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d63d8c52a84adc" /><Relationship Type="http://schemas.openxmlformats.org/officeDocument/2006/relationships/extended-properties" Target="/docProps/app.xml" Id="Ra71505279c9a4f87" /><Relationship Type="http://schemas.openxmlformats.org/officeDocument/2006/relationships/officeDocument" Target="/ppt/presentation.xml" Id="R9d0beecbb310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f0d1429dc474f"/>
  </p:sldMasterIdLst>
  <p:notesMasterIdLst>
    <p:notesMasterId xmlns:r="http://schemas.openxmlformats.org/officeDocument/2006/relationships" r:id="R8a4d7fae184a4ab8"/>
  </p:notesMasterIdLst>
  <p:sldIdLst>
    <p:sldId xmlns:r="http://schemas.openxmlformats.org/officeDocument/2006/relationships" id="256" r:id="R32952c61ad034756"/>
    <p:sldId xmlns:r="http://schemas.openxmlformats.org/officeDocument/2006/relationships" id="257" r:id="Rab7e7aaad9444935"/>
    <p:sldId xmlns:r="http://schemas.openxmlformats.org/officeDocument/2006/relationships" id="258" r:id="R94953eaa026746f9"/>
    <p:sldId xmlns:r="http://schemas.openxmlformats.org/officeDocument/2006/relationships" id="259" r:id="R83ed87eee2f94fc0"/>
    <p:sldId xmlns:r="http://schemas.openxmlformats.org/officeDocument/2006/relationships" id="260" r:id="Rd4d1375adbc247c9"/>
    <p:sldId xmlns:r="http://schemas.openxmlformats.org/officeDocument/2006/relationships" id="261" r:id="R1e13c9e6552445ab"/>
    <p:sldId xmlns:r="http://schemas.openxmlformats.org/officeDocument/2006/relationships" id="262" r:id="R0296171ebc1346c7"/>
    <p:sldId xmlns:r="http://schemas.openxmlformats.org/officeDocument/2006/relationships" id="263" r:id="R90a8e96b5dbf4680"/>
    <p:sldId xmlns:r="http://schemas.openxmlformats.org/officeDocument/2006/relationships" id="264" r:id="R586167aade8c409a"/>
    <p:sldId xmlns:r="http://schemas.openxmlformats.org/officeDocument/2006/relationships" id="265" r:id="Rf986051eb9794edc"/>
    <p:sldId xmlns:r="http://schemas.openxmlformats.org/officeDocument/2006/relationships" id="266" r:id="R4bea2a8ee3b94a7f"/>
    <p:sldId xmlns:r="http://schemas.openxmlformats.org/officeDocument/2006/relationships" id="267" r:id="R91f9c3bd67f14b91"/>
    <p:sldId xmlns:r="http://schemas.openxmlformats.org/officeDocument/2006/relationships" id="268" r:id="R381012b150b64b55"/>
    <p:sldId xmlns:r="http://schemas.openxmlformats.org/officeDocument/2006/relationships" id="269" r:id="Rd47884cfbbf14189"/>
    <p:sldId xmlns:r="http://schemas.openxmlformats.org/officeDocument/2006/relationships" id="270" r:id="R2207418eb21c4b5c"/>
    <p:sldId xmlns:r="http://schemas.openxmlformats.org/officeDocument/2006/relationships" id="271" r:id="Rf3f35fcca6a04029"/>
    <p:sldId xmlns:r="http://schemas.openxmlformats.org/officeDocument/2006/relationships" id="272" r:id="R43f59cfe2dc443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afcb687b5245e6" /><Relationship Type="http://schemas.openxmlformats.org/officeDocument/2006/relationships/slideMaster" Target="/ppt/slideMasters/slideMaster1.xml" Id="R133f0d1429dc474f" /><Relationship Type="http://schemas.openxmlformats.org/officeDocument/2006/relationships/notesMaster" Target="/ppt/notesMasters/notesMaster1.xml" Id="R8a4d7fae184a4ab8" /><Relationship Type="http://schemas.openxmlformats.org/officeDocument/2006/relationships/presProps" Target="/ppt/presProps.xml" Id="R3f6f21bb0d404cc6" /><Relationship Type="http://schemas.openxmlformats.org/officeDocument/2006/relationships/tableStyles" Target="/ppt/tableStyles.xml" Id="R46828089315f43cf" /><Relationship Type="http://schemas.openxmlformats.org/officeDocument/2006/relationships/slide" Target="/ppt/slides/slide1.xml" Id="R32952c61ad034756" /><Relationship Type="http://schemas.openxmlformats.org/officeDocument/2006/relationships/slide" Target="/ppt/slides/slide2.xml" Id="Rab7e7aaad9444935" /><Relationship Type="http://schemas.openxmlformats.org/officeDocument/2006/relationships/slide" Target="/ppt/slides/slide3.xml" Id="R94953eaa026746f9" /><Relationship Type="http://schemas.openxmlformats.org/officeDocument/2006/relationships/slide" Target="/ppt/slides/slide4.xml" Id="R83ed87eee2f94fc0" /><Relationship Type="http://schemas.openxmlformats.org/officeDocument/2006/relationships/slide" Target="/ppt/slides/slide5.xml" Id="Rd4d1375adbc247c9" /><Relationship Type="http://schemas.openxmlformats.org/officeDocument/2006/relationships/slide" Target="/ppt/slides/slide6.xml" Id="R1e13c9e6552445ab" /><Relationship Type="http://schemas.openxmlformats.org/officeDocument/2006/relationships/slide" Target="/ppt/slides/slide7.xml" Id="R0296171ebc1346c7" /><Relationship Type="http://schemas.openxmlformats.org/officeDocument/2006/relationships/slide" Target="/ppt/slides/slide8.xml" Id="R90a8e96b5dbf4680" /><Relationship Type="http://schemas.openxmlformats.org/officeDocument/2006/relationships/slide" Target="/ppt/slides/slide9.xml" Id="R586167aade8c409a" /><Relationship Type="http://schemas.openxmlformats.org/officeDocument/2006/relationships/slide" Target="/ppt/slides/slide10.xml" Id="Rf986051eb9794edc" /><Relationship Type="http://schemas.openxmlformats.org/officeDocument/2006/relationships/slide" Target="/ppt/slides/slide11.xml" Id="R4bea2a8ee3b94a7f" /><Relationship Type="http://schemas.openxmlformats.org/officeDocument/2006/relationships/slide" Target="/ppt/slides/slide12.xml" Id="R91f9c3bd67f14b91" /><Relationship Type="http://schemas.openxmlformats.org/officeDocument/2006/relationships/slide" Target="/ppt/slides/slide13.xml" Id="R381012b150b64b55" /><Relationship Type="http://schemas.openxmlformats.org/officeDocument/2006/relationships/slide" Target="/ppt/slides/slide14.xml" Id="Rd47884cfbbf14189" /><Relationship Type="http://schemas.openxmlformats.org/officeDocument/2006/relationships/slide" Target="/ppt/slides/slide15.xml" Id="R2207418eb21c4b5c" /><Relationship Type="http://schemas.openxmlformats.org/officeDocument/2006/relationships/slide" Target="/ppt/slides/slide16.xml" Id="Rf3f35fcca6a04029" /><Relationship Type="http://schemas.openxmlformats.org/officeDocument/2006/relationships/slide" Target="/ppt/slides/slide17.xml" Id="R43f59cfe2dc443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7119ef761e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f454d19b74091" /><Relationship Type="http://schemas.openxmlformats.org/officeDocument/2006/relationships/notesMaster" Target="/ppt/notesMasters/notesMaster1.xml" Id="R599a3e7a831345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5a1f14937749a5" /><Relationship Type="http://schemas.openxmlformats.org/officeDocument/2006/relationships/notesMaster" Target="/ppt/notesMasters/notesMaster1.xml" Id="Rea970f9766714c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cedcba66ec4753" /><Relationship Type="http://schemas.openxmlformats.org/officeDocument/2006/relationships/notesMaster" Target="/ppt/notesMasters/notesMaster1.xml" Id="R76ea477ac36e4e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8d2fdc1c14345" /><Relationship Type="http://schemas.openxmlformats.org/officeDocument/2006/relationships/notesMaster" Target="/ppt/notesMasters/notesMaster1.xml" Id="R7776074419c8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39f0e5356a440e" /><Relationship Type="http://schemas.openxmlformats.org/officeDocument/2006/relationships/notesMaster" Target="/ppt/notesMasters/notesMaster1.xml" Id="R474c378e36ee4e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db363c705f4b93" /><Relationship Type="http://schemas.openxmlformats.org/officeDocument/2006/relationships/notesMaster" Target="/ppt/notesMasters/notesMaster1.xml" Id="R6e155d684fb845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fd591ea744f69" /><Relationship Type="http://schemas.openxmlformats.org/officeDocument/2006/relationships/notesMaster" Target="/ppt/notesMasters/notesMaster1.xml" Id="R2402bebaf13c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93efb277b24f78" /><Relationship Type="http://schemas.openxmlformats.org/officeDocument/2006/relationships/notesMaster" Target="/ppt/notesMasters/notesMaster1.xml" Id="R75493a1a2f3d44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5ce200c3e4471f" /><Relationship Type="http://schemas.openxmlformats.org/officeDocument/2006/relationships/notesMaster" Target="/ppt/notesMasters/notesMaster1.xml" Id="Rf53eb9a05e0243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eee6898c6a424a" /><Relationship Type="http://schemas.openxmlformats.org/officeDocument/2006/relationships/notesMaster" Target="/ppt/notesMasters/notesMaster1.xml" Id="Rb69c5e5e38f143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b67427c7f64465" /><Relationship Type="http://schemas.openxmlformats.org/officeDocument/2006/relationships/notesMaster" Target="/ppt/notesMasters/notesMaster1.xml" Id="Rfc851a3e0fbe47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530ec91f1c431d" /><Relationship Type="http://schemas.openxmlformats.org/officeDocument/2006/relationships/notesMaster" Target="/ppt/notesMasters/notesMaster1.xml" Id="R90ee504a3a8b44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2e74a39aa941e0" /><Relationship Type="http://schemas.openxmlformats.org/officeDocument/2006/relationships/notesMaster" Target="/ppt/notesMasters/notesMaster1.xml" Id="R8ababeb661e747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441799f01d4202" /><Relationship Type="http://schemas.openxmlformats.org/officeDocument/2006/relationships/notesMaster" Target="/ppt/notesMasters/notesMaster1.xml" Id="Rdc9909cc61c64e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b1692f6c2240fe" /><Relationship Type="http://schemas.openxmlformats.org/officeDocument/2006/relationships/notesMaster" Target="/ppt/notesMasters/notesMaster1.xml" Id="R71efc7f5e63d4b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d67045eaf84049" /><Relationship Type="http://schemas.openxmlformats.org/officeDocument/2006/relationships/notesMaster" Target="/ppt/notesMasters/notesMaster1.xml" Id="Racabf8dbacf546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3d64b802364562" /><Relationship Type="http://schemas.openxmlformats.org/officeDocument/2006/relationships/notesMaster" Target="/ppt/notesMasters/notesMaster1.xml" Id="R236aa9b9410542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/Users/zyongzhu/Workbase/Thirdspace-creator/docs/assets/creatoros-user-guide/desktop/home.png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/Users/zyongzhu/Workbase/Thirdspace-creator/docs/assets/creatoros-user-guide/infographics/project-workspaces.png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/Users/zyongzhu/Workbase/Thirdspace-creator/docs/assets/creatoros-user-guide/infographics/content-flywheel.png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/Users/zyongzhu/Workbase/Thirdspace-creator/docs/CreatorOS-2026-07-20以来更新说明.md</a:t>
            </a:r>
          </a:p>
          <a:p xmlns:a="http://schemas.openxmlformats.org/drawingml/2006/main">
            <a:r>
              <a:t>- /Users/zyongzhu/Workbase/Thirdspace-creator/docs/assets/creatoros-user-guide/desktop/content-radar.png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/Users/zyongzhu/Workbase/Thirdspace-creator/docs/assets/creatoros-user-guide/desktop/topics.png</a:t>
            </a:r>
          </a:p>
          <a:p xmlns:a="http://schemas.openxmlformats.org/drawingml/2006/main">
            <a:r>
              <a:t>- /Users/zyongzhu/Workbase/Thirdspace-creator/docs/assets/creatoros-user-guide/desktop-details/topic-actions.png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/Users/zyongzhu/Workbase/Thirdspace-creator/docs/assets/creatoros-user-guide/desktop/project-script.png</a:t>
            </a:r>
          </a:p>
          <a:p xmlns:a="http://schemas.openxmlformats.org/drawingml/2006/main">
            <a:r>
              <a:t>- /Users/zyongzhu/Workbase/Thirdspace-creator/docs/assets/creatoros-user-guide/desktop/project-production.png</a:t>
            </a:r>
          </a:p>
          <a:p xmlns:a="http://schemas.openxmlformats.org/drawingml/2006/main">
            <a:r>
              <a:t>- /Users/zyongzhu/Workbase/Thirdspace-creator/docs/assets/creatoros-user-guide/desktop/project-review.png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/Users/zyongzhu/Workbase/Thirdspace-creator/docs/assets/creatoros-user-guide/desktop-details/production-setup.png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/Users/zyongzhu/Workbase/Thirdspace-creator/docs/assets/creatoros-user-guide/desktop/publishing.png</a:t>
            </a:r>
          </a:p>
          <a:p xmlns:a="http://schemas.openxmlformats.org/drawingml/2006/main">
            <a:r>
              <a:t>- /Users/zyongzhu/Workbase/Thirdspace-creator/docs/assets/creatoros-user-guide/desktop-details/review-workbench.png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/Users/zyongzhu/Workbase/Thirdspace-creator/docs/CreatorOS-2026-07-20以来更新说明.md</a:t>
            </a:r>
          </a:p>
          <a:p xmlns:a="http://schemas.openxmlformats.org/drawingml/2006/main">
            <a:r>
              <a:t>- /Users/zyongzhu/Workbase/Thirdspace-creator/docs/assets/creatoros-user-guide/desktop/knowledge.png</a:t>
            </a:r>
          </a:p>
          <a:p xmlns:a="http://schemas.openxmlformats.org/drawingml/2006/main">
            <a:r>
              <a:t>- /Users/zyongzhu/Workbase/Thirdspace-creator/docs/assets/creatoros-user-guide/desktop/automations.png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/Users/zyongzhu/Workbase/Thirdspace-creator/docs/assets/creatoros-user-guide/desktop/account-switcher.png</a:t>
            </a:r>
          </a:p>
          <a:p xmlns:a="http://schemas.openxmlformats.org/drawingml/2006/main">
            <a:r>
              <a:t>- /Users/zyongzhu/Workbase/Thirdspace-creator/docs/assets/creatoros-user-guide/infographics/account-workspaces.png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/Users/zyongzhu/Workbase/Thirdspace-creator/docs/CreatorOS-2026-07-20以来更新说明.md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/Users/zyongzhu/Workbase/Thirdspace-creator/website/index.html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3f0f8c53d46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0d57c0d984bb0" /><Relationship Type="http://schemas.openxmlformats.org/officeDocument/2006/relationships/slideLayout" Target="/ppt/slideLayouts/slideLayout1.xml" Id="R9b456469edd44c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456469edd44c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59b270815418a" /><Relationship Type="http://schemas.openxmlformats.org/officeDocument/2006/relationships/image" Target="/ppt/media/image.png" Id="Rdc9e1d20aa0d48d2" /><Relationship Type="http://schemas.openxmlformats.org/officeDocument/2006/relationships/notesSlide" Target="/ppt/notesSlides/notesSlide1.xml" Id="R232d569919fe41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957908a344745" /><Relationship Type="http://schemas.openxmlformats.org/officeDocument/2006/relationships/notesSlide" Target="/ppt/notesSlides/notesSlide2.xml" Id="R7612096ce2864b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5d3b8ba654e71" /><Relationship Type="http://schemas.openxmlformats.org/officeDocument/2006/relationships/image" Target="/ppt/media/image2.png" Id="R071855709a814548" /><Relationship Type="http://schemas.openxmlformats.org/officeDocument/2006/relationships/notesSlide" Target="/ppt/notesSlides/notesSlide3.xml" Id="Re5c87ae5a2724c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132c997e7444c" /><Relationship Type="http://schemas.openxmlformats.org/officeDocument/2006/relationships/image" Target="/ppt/media/image3.png" Id="R8b2919f71d9444f1" /><Relationship Type="http://schemas.openxmlformats.org/officeDocument/2006/relationships/notesSlide" Target="/ppt/notesSlides/notesSlide4.xml" Id="R7d41f61a1a4143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85e185ff84c2a" /><Relationship Type="http://schemas.openxmlformats.org/officeDocument/2006/relationships/notesSlide" Target="/ppt/notesSlides/notesSlide5.xml" Id="Rd34c6e034b024a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c4712edd747c9" /><Relationship Type="http://schemas.openxmlformats.org/officeDocument/2006/relationships/image" Target="/ppt/media/image4.png" Id="R27c1b42e76a74f4f" /><Relationship Type="http://schemas.openxmlformats.org/officeDocument/2006/relationships/notesSlide" Target="/ppt/notesSlides/notesSlide6.xml" Id="Rc12eec99502243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664433d114437" /><Relationship Type="http://schemas.openxmlformats.org/officeDocument/2006/relationships/image" Target="/ppt/media/image5.png" Id="R8b96463cf875404f" /><Relationship Type="http://schemas.openxmlformats.org/officeDocument/2006/relationships/image" Target="/ppt/media/image6.png" Id="R5c2adea80c1f4587" /><Relationship Type="http://schemas.openxmlformats.org/officeDocument/2006/relationships/notesSlide" Target="/ppt/notesSlides/notesSlide7.xml" Id="Rf72ad0cfba524d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da2bdf5864450" /><Relationship Type="http://schemas.openxmlformats.org/officeDocument/2006/relationships/image" Target="/ppt/media/image7.png" Id="Rb30bb515ff244a25" /><Relationship Type="http://schemas.openxmlformats.org/officeDocument/2006/relationships/image" Target="/ppt/media/image8.png" Id="Re6cb658a201c49fc" /><Relationship Type="http://schemas.openxmlformats.org/officeDocument/2006/relationships/image" Target="/ppt/media/image9.png" Id="R738fb34ea07b43cc" /><Relationship Type="http://schemas.openxmlformats.org/officeDocument/2006/relationships/notesSlide" Target="/ppt/notesSlides/notesSlide8.xml" Id="R39ce81d73f9a48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941d7ebc74024" /><Relationship Type="http://schemas.openxmlformats.org/officeDocument/2006/relationships/notesSlide" Target="/ppt/notesSlides/notesSlide9.xml" Id="R1510cbfa10494b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fa0a308674211" /><Relationship Type="http://schemas.openxmlformats.org/officeDocument/2006/relationships/image" Target="/ppt/media/image10.png" Id="R929852b2d7e74421" /><Relationship Type="http://schemas.openxmlformats.org/officeDocument/2006/relationships/notesSlide" Target="/ppt/notesSlides/notesSlide10.xml" Id="Rf0be05f5a5bb4d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1325fc9b74fc0" /><Relationship Type="http://schemas.openxmlformats.org/officeDocument/2006/relationships/notesSlide" Target="/ppt/notesSlides/notesSlide11.xml" Id="R1f4fdff35f8144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ae1250ff24504" /><Relationship Type="http://schemas.openxmlformats.org/officeDocument/2006/relationships/image" Target="/ppt/media/image11.png" Id="Rb4447fea57c14e93" /><Relationship Type="http://schemas.openxmlformats.org/officeDocument/2006/relationships/image" Target="/ppt/media/image12.png" Id="R8408ee7948b141bb" /><Relationship Type="http://schemas.openxmlformats.org/officeDocument/2006/relationships/notesSlide" Target="/ppt/notesSlides/notesSlide12.xml" Id="R41914471878942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3ff9275c843b2" /><Relationship Type="http://schemas.openxmlformats.org/officeDocument/2006/relationships/image" Target="/ppt/media/image13.png" Id="R403ab050defd49a6" /><Relationship Type="http://schemas.openxmlformats.org/officeDocument/2006/relationships/image" Target="/ppt/media/image14.png" Id="Ra5842c16fb65478a" /><Relationship Type="http://schemas.openxmlformats.org/officeDocument/2006/relationships/notesSlide" Target="/ppt/notesSlides/notesSlide13.xml" Id="Rea4fd5f65fc54d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7c33d66e54e63" /><Relationship Type="http://schemas.openxmlformats.org/officeDocument/2006/relationships/image" Target="/ppt/media/image15.png" Id="R9130db6b194541fd" /><Relationship Type="http://schemas.openxmlformats.org/officeDocument/2006/relationships/image" Target="/ppt/media/image16.png" Id="R499526cc317e4f74" /><Relationship Type="http://schemas.openxmlformats.org/officeDocument/2006/relationships/notesSlide" Target="/ppt/notesSlides/notesSlide14.xml" Id="R97b5491f88f24d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5ce16fffa4eeb" /><Relationship Type="http://schemas.openxmlformats.org/officeDocument/2006/relationships/notesSlide" Target="/ppt/notesSlides/notesSlide15.xml" Id="R5e43ff4d90a444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70b1090cd4c01" /><Relationship Type="http://schemas.openxmlformats.org/officeDocument/2006/relationships/notesSlide" Target="/ppt/notesSlides/notesSlide16.xml" Id="R730653524af748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9b37cd72c4930" /><Relationship Type="http://schemas.openxmlformats.org/officeDocument/2006/relationships/notesSlide" Target="/ppt/notesSlides/notesSlide17.xml" Id="Rcf28514edd1d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30EA8-F8D6-450D-9BC7-BF785A2B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89038-F657-40A5-A459-D3C6D4A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05375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45DFD-B3D0-4C39-BD76-85FBEEB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2190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CD6EA-AAAD-4B7B-B93A-7565ADF8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编导式内容生产系统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E8B4C-AFE3-4D2A-8434-ABDA4E94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28E33-BB65-4353-9063-23022876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让内容经营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形成闭环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92B43-7D5B-4C1B-BCA7-9EAA83C6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从真实信号到作品，再从真实结果回到下一条内容。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4346-0A14-481A-BA7D-67C6731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90625"/>
            <a:ext cx="5953125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e1d20aa0d48d2"/>
          <a:stretch xmlns:a="http://schemas.openxmlformats.org/drawingml/2006/main"/>
        </p:blipFill>
        <p:spPr>
          <a:xfrm xmlns:a="http://schemas.openxmlformats.org/drawingml/2006/main">
            <a:off x="5572125" y="1435272"/>
            <a:ext cx="5762625" cy="3415956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2475B-11B6-428B-B233-D4501C9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AF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4AF37"/>
                </a:solidFill>
                <a:latin typeface="PingFang SC"/>
                <a:ea typeface="PingFang SC"/>
                <a:cs typeface="PingFang SC"/>
              </a:rPr>
              <a:t>macOS / Windows · 面向中文抖音口播与观点视频创作者</a:t>
            </a:r>
          </a:p>
        </p:txBody>
      </p:sp>
    </p:spTree>
    <p:extLst>
      <p:ext uri="{BB962C8B-B14F-4D97-AF65-F5344CB8AC3E}">
        <p14:creationId xmlns:p14="http://schemas.microsoft.com/office/powerpoint/2010/main" val="510767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A1934C-15F0-4BC2-9C52-E9A7DE7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AI 工具越来越多，内容经营依然割裂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DB72A-8CE7-4EF8-982E-18460F2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局部能力变强，不等于定位、选题、作品和结果开始共同积累。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94310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382905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8652B-0765-432E-9C58-D2E279B1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3F5F-F283-476A-9E72-30C76E3D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60095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AFFA0-B1E3-4B66-B166-92030C7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4F78B-A226-49C1-871D-E584223A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F015F-9F79-45BF-AF40-7FB2B2C9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00D99-17DA-44B1-A587-F4909279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BDFBF-9998-45B0-87AE-FCA8CAFD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14F51-394A-46CF-9EFB-0CDB69E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账号做什么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0E74-86F5-4272-A6EB-78CFB591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E4853-0604-4A22-9DAE-0EA47964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A2FD3-0326-48E3-8396-22C5A51F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0C289-4723-4179-9126-FE74DBF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为什么值得做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1502E-8E40-4695-A208-CD8BDB7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90B51-5502-4F85-8CD7-84B6743F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91B9E-313C-4553-AA99-620A4AD6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稿件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FA2F2-5E59-4D7B-B18F-67DB984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怎么讲清楚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6E0F3-EF56-4C1F-ADF6-074B2A6B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6F2C7-B983-4084-997F-DF1FB685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17D55-2A07-4CB8-AEE8-2250016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素材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1BD0E-BBE0-4B7B-9C51-E39AC1F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用什么支撑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8E508-E4C4-436F-85AD-3867B5B4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7B9BE1-38DB-4AEE-A50A-512A4E8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D144B-2062-486F-AC17-4E16BA62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F41A1-57BE-4CCC-B309-0350685F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真实作品结果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4C381-B0AF-4753-96C9-0FB85CBC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E869A-2D77-418E-BB60-E137F5CB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B52FF-6904-47C7-98C8-A02D829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9E2A27-9B1B-4757-AE74-4F50AACA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学到了什么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7CE84-EFB9-4B9E-B3E2-73958AC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0763250" cy="100012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333C08-2C73-4D78-A026-D9D0DEA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解决的不是某一个按钮，而是让信息从上一环自然流向下一环。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65BD47-D12C-47EE-82C8-0428190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B1B498-C52A-4F85-A12A-15B2449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276BFE-0223-4BA7-A77A-0F5AA718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8455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AB3C7-5A18-43B0-B743-E03492E2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CreatorOS 不是写稿工具，而是一套编导式生产系统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1CB9F-9221-43E2-A361-87FBECC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把内容判断、创作过程与真实结果放进同一个持续工作的桌面系统。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06AE1-215B-4AD5-9F76-D24E8043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4C47E-67F4-4E51-8D5F-DC745E59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找到依据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1F3D9-33C5-40CD-A5AD-D78CB5A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9800"/>
            <a:ext cx="3714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从定位、真实来源、评论、收藏与历史表现中，形成可解释的选题候选。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582E7-870C-42EF-8BB3-1E2F890A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4CF81-FAD1-4C75-A075-A9A391A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组织创作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1F7D6-A0C9-4FBA-BEAB-3CA62944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3714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Brief、论点、素材、脚本、制作与发布准备共享同一项目上下文。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AD9AD-F956-4A52-A02F-D0060CE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4010C-9E00-4B9C-AA86-BCC669F2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053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验证经验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CEE9D-B652-4008-8F75-0F0755D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24400"/>
            <a:ext cx="3714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把发布前判断与发布后真实结果放在一起，由创作者确认哪些经验继续使用。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2A507-E430-4F3D-8DF1-891BF4A1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76400"/>
            <a:ext cx="581025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855709a814548"/>
          <a:stretch xmlns:a="http://schemas.openxmlformats.org/drawingml/2006/main"/>
        </p:blipFill>
        <p:spPr>
          <a:xfrm xmlns:a="http://schemas.openxmlformats.org/drawingml/2006/main">
            <a:off x="5762625" y="2095255"/>
            <a:ext cx="5619750" cy="316279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94BDD-3D5D-4AA8-8729-F1A15EF0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4AF3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4AF37"/>
                </a:solidFill>
                <a:latin typeface="PingFang SC"/>
                <a:ea typeface="PingFang SC"/>
                <a:cs typeface="PingFang SC"/>
              </a:rPr>
              <a:t>一个项目贯穿脚本、制作与复盘，信息不会在不同工具之间重新搬运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7CFBE-706A-4756-9BAD-C8487C30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B1A9E-0A51-410E-9C44-902D4AE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946C4-45EB-4F15-85DD-4680947C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1824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471EB-595E-4FA3-85C1-9DB74E3F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把一次创作，变成持续经营的循环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07B9F-4762-4DAD-ABA8-9975E00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每一条真实作品都能留下新的依据，而不是做完就散。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98C34-6409-4CD8-A4B0-40B8D7A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334125" cy="4238625"/>
          </a:xfrm>
          <a:prstGeom xmlns:a="http://schemas.openxmlformats.org/drawingml/2006/main" prst="roundRect">
            <a:avLst>
              <a:gd name="adj" fmla="val 5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919f71d9444f1"/>
          <a:stretch xmlns:a="http://schemas.openxmlformats.org/drawingml/2006/main"/>
        </p:blipFill>
        <p:spPr>
          <a:xfrm xmlns:a="http://schemas.openxmlformats.org/drawingml/2006/main">
            <a:off x="723900" y="2109785"/>
            <a:ext cx="5991225" cy="3371856"/>
          </a:xfrm>
          <a:prstGeom xmlns:a="http://schemas.openxmlformats.org/drawingml/2006/main" prst="roundRect">
            <a:avLst>
              <a:gd name="adj" fmla="val 391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92986-0D69-40CA-B1B0-3086FEBB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C7AC6-B953-47A8-BD73-B3469839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真实信号进入系统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A924D-FEBB-4532-B50F-3B59D299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定位、评论、收藏、公开作品与历史表现，成为内容判断的输入。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6C15C-022A-45EA-BBC4-CD6BA22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0D095-7F0B-4FF7-8AD6-6F721796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337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一条内容形成项目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851F7-F2D4-4EA1-AF0C-8ABB58D1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选题、Brief、论点、素材、脚本、制作和发布准备共享同一上下文。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37195-D6CF-4EA0-8A57-B7BC6A8E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3DCF8-EE06-48C9-B9FB-4496B685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验证经验回到下一轮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47ACB-85A8-42D5-840F-EECFC369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预测与真实结果被放在一起，只有经过确认的经验才继续复用。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326A6-FBE9-4158-936F-CF60D2BF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A8F1A6-010F-4CBD-9CB3-F8F5A462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15E12-0F4B-49AE-ABE7-5A24464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86662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771A40-C901-4E36-9654-2A8871A2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从第一次打开，到下一条内容更有依据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39524-ED65-4322-BBCC-6069B8C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不是单点工具，而是一条可以完整走通、持续重复的用户路线。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447800" y="3105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0F3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3067050" y="3105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0F3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4686300" y="3105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0F3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6305550" y="3105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4AF37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7924800" y="3105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0F3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9544050" y="3105150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0F3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D614F-CA26-4843-BE51-93FFA7F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94BCF-4FE9-466F-821B-91AD7593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6E23A-D80E-4BDF-9B76-11985CB9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16CBA-6A2F-4D2A-83A0-577A9A9F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激活、账号、模型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08B4F-7FC9-4FDA-8C78-ABDE332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0169C-110C-4EF1-8E0F-46301D6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4E9B1-86D0-45EF-9818-A6B9E79C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B1B95-4241-4AFC-BC33-ABD7799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明确账号做什么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1D32E-659C-4F78-9472-6AB81CEF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1BF8F-93EB-465B-9D1E-63B7B2F9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F390D-F09A-4705-B9BB-DD729DC0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F923A-B14F-4C1E-9A76-A3561220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来源、作品、需求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96566-A0C5-4C98-AC9F-834D6318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B8782-F6E3-4559-A9C1-9AFDCEB8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B508B-45DB-4BE8-BB5F-CCE6050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创作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087336-275D-42A5-8886-077E0FF8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选题、脚本、素材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30563-4A5A-417C-8DA9-962D67E8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73DB4-9895-4054-BAC1-7D14CC53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2DA3D-64CA-4200-9D7C-DC86AC1C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制作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C6302-F353-4138-8561-7D284AF3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粗剪、字幕、配图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F2C41-5871-4653-8726-13EDE1B8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A88BF4-38A8-4E60-8D41-86CCB7D6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233FBF-D7C6-4AD0-BF05-B6F7938E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发布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165745-98BF-4550-ACA1-4B7B332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人工发布与登记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24D9F8-9C8E-4747-AFA0-1CA1FF7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574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CB1B9-BED6-4E1A-9676-39B0A5E2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479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B76AB3-EAB7-4A83-808B-51ED2613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17BA1-F0E0-4C48-BA8B-6D29D2F7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86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真实数据与经验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D3E156-5EA7-44AF-8995-25EC83D3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2870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DA65E-E4D3-4996-A9A4-92193D09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每一步都保留真实状态和上下文，最终把结果带回下一次判断。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AE8257-2F53-4643-8AE2-7043C086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5DFF9D-3D1E-4B30-B31A-E86E2DE9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41DC0F-68B2-4E45-B823-2840967D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6457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D8394-1604-4CBA-B0D7-68BEE14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内容雷达把“找内容”变成有来源的输入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D3591-1BF2-43D9-A358-017E0889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不是给一串无出处的灵感，而是让创作者看见作品、数据、逐字稿和后续动作。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1519B-ED70-496C-A79B-4311C1FB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3DB60-4C85-439D-B4BD-B2E213AA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383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管理真实来源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68094-1C55-4E14-AC08-1E2B522C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博主主页、收藏、网页、RSS 与关键词来源集中管理。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96DB2-A6D2-4D58-8D70-BEDB691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CB9D6-F104-4BE3-B198-52CF9ADF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区分同步状态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B7E27-8BDF-4ABE-B908-646AE28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147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有新增、无变化、需要登录与同步失败分别呈现。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8064D-786D-4E07-95EB-18096D5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677D2-A9C1-4F34-B7E3-95E94097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529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回到选题判断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2620A-C8D6-4F93-91CE-667D646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7202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先看证据，再生成候选；人工确认后才进入选题池。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782BD-DC4D-4052-AE70-2D917F6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628650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b42e76a74f4f"/>
          <a:stretch xmlns:a="http://schemas.openxmlformats.org/drawingml/2006/main"/>
        </p:blipFill>
        <p:spPr>
          <a:xfrm xmlns:a="http://schemas.openxmlformats.org/drawingml/2006/main">
            <a:off x="5334000" y="1925108"/>
            <a:ext cx="6096000" cy="3674533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0E765-2C7E-49CA-94E5-1C7B3A3B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4286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01859-9907-479E-9E9D-73B6D24B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959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来源 → 作品 → 逐字稿 → 选题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D5DEA-9AB3-479D-B71E-97F8C38C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8321D-A360-4BC0-9199-7CD390DB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8663E-64CF-453A-B260-DAFAD1E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0777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885D5-3CC4-4BD7-94BD-483D0464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选题不是“AI 觉得不错”，而是有证据的人工判断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4EBB3-AC0A-45E1-B07B-28ED2FB6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候选可以很多，但正式进入创作的选题必须说清来源、价值和与账号的关系。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E3E25-790E-40DB-B1BE-C472B47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66675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6463cf875404f"/>
          <a:stretch xmlns:a="http://schemas.openxmlformats.org/drawingml/2006/main"/>
        </p:blipFill>
        <p:spPr>
          <a:xfrm xmlns:a="http://schemas.openxmlformats.org/drawingml/2006/main">
            <a:off x="687731" y="1857375"/>
            <a:ext cx="6320737" cy="38100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CE647-B684-46D2-80E4-96ECDEC2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000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adea80c1f4587"/>
          <a:srcRect xmlns:a="http://schemas.openxmlformats.org/drawingml/2006/main" l="0" t="2172" r="0" b="2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1905000"/>
            <a:ext cx="3810000" cy="2190750"/>
          </a:xfrm>
          <a:prstGeom xmlns:a="http://schemas.openxmlformats.org/drawingml/2006/main" prst="roundRect">
            <a:avLst>
              <a:gd name="adj" fmla="val 69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0CB7-43E4-47CC-96EA-12B5AA26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17356-E657-4F82-973B-E305EB4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100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来源证据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38412-46B6-41C8-B265-100EB09F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196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这条候选来自哪里，为什么值得关注。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3E0B7-C409-407A-8499-570C2936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244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09C81-3762-4688-8231-AD9E5E85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账号适配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0220D-2039-459D-8BA6-852B0828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149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是否符合当前账号定位、受众与表达方式。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CC9EC-380E-44EC-A763-0F52148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419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A17D5-89A6-43A6-A744-AF260443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006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人工采纳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60AB6-CC0F-47EE-B0C3-CB71D1D6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4102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候选由系统生成，进入正式项目仍由创作者决定。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BE5AF-5ACE-4C39-AF64-589B3580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2C701-4AAD-4FB6-8D4C-69FC1DC3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497B9-0F6C-4663-A0D7-EB72E12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7726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F8029C-8D29-49A4-BBC9-4329AD5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一个项目里，脚本、制作与复盘共享同一上下文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6EA9B-C3C8-4362-ADDE-A45C7DB5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创作不是三个互不相干的页面，而是同一条内容在三个工作面之间向前推进。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F4B69-9D83-4344-A380-E7ECE08D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543300" cy="4095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bb515ff244a25"/>
          <a:srcRect xmlns:a="http://schemas.openxmlformats.org/drawingml/2006/main" l="2874" t="0" r="2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47850"/>
            <a:ext cx="32766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CD276-DC66-4290-BF93-862E3E42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脚本工作面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4D1EF-F6D8-40A2-BBA9-DFB5ADC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组织 Brief、论点、素材、口播稿、审核与发布前预测。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4C210-2B3B-4122-BAAF-937247D1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669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709C-0CA6-4F7F-BB1E-125491F2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33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C792A-6AB7-4AC1-BACA-2F0BDFDB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543300" cy="4095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b658a201c49fc"/>
          <a:srcRect xmlns:a="http://schemas.openxmlformats.org/drawingml/2006/main" l="2874" t="0" r="2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1847850"/>
            <a:ext cx="32766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A99CE-0740-40A5-86D0-AB2EEC22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制作视频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D088A-2B58-4481-9237-1CE6BE62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81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围绕口播粗剪、字幕、B-roll 与编导决策完成受控制作。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5B7CF-CFC2-4336-8FDD-3D70EB90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FC069-9993-4B4A-857A-5B68D773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33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461F3-1420-42EF-B201-E7E09C41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543300" cy="4095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fb34ea07b43cc"/>
          <a:srcRect xmlns:a="http://schemas.openxmlformats.org/drawingml/2006/main" l="2874" t="0" r="2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847850"/>
            <a:ext cx="32766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61A06-1D3B-4DD0-83FC-996C0C3B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复盘工作面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3A414-324F-40DC-9CAA-6B3C131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81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把预测、真实指标、评论与人工洞察放在一起形成经验。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A1ABE-4C20-4655-BC64-CCA8DF9D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8669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A9E04-C5FD-4DC6-9A0D-19E850CD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933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E451E-645F-42DF-A648-F76ED2B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8D2A9-6570-4183-822D-3A16CB3F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D188A-742D-4690-A2E1-0B56E4C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3998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8C09E6-86AA-4CD4-BFFA-AA87D7D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一条内容，在同一个项目里向前推进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376B9-D398-4D87-AE41-18E186D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上下文不丢、版本不覆盖、关键判断可回看。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943100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219575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D4AF37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496050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772525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357D6-9855-4968-9FED-44E9120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014E9-D09C-421E-B801-3BA1DB00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CBFCE-4CAD-4AE0-80BB-61FEFDED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选题卡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4DBDD-6935-4943-ACE7-A2E8B14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为什么做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E04A0-7C0E-4611-80BF-11C3728A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111CD-1A88-48E0-9AB9-034E606B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2EA66-3290-481B-AD0A-F0157186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项目稿面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A5E0D-666F-4F34-B92E-CB36E78E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讲什么、怎么讲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3E012-06C3-4AC2-BD35-B2277B6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FB397-D9F8-46A7-9FF6-F161F11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B97BF-D24A-4503-A15F-02976413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制作视频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545E7-ED9C-4247-90CE-8D0ABFEB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如何呈现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F8956-9FB0-4570-A0DD-5F9C19C2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505D2-9212-4672-BBE1-19E9CB07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4E5B9-C0A7-4160-8E40-3C0E00EE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发布登记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BDA93-DB48-4D1B-BFF1-A18FA93E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绑定真实作品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EB4E5-8AFE-48F9-A295-CA8EBF7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E1E09A-9519-4E05-96A4-C51644D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F1BC2-5DF2-4011-9AD5-5862001A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复盘经验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96498-46CC-4282-8C77-6D7D562F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下一条更有依据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4BC3C7-A84B-4AAD-946B-5A772B73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839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AF692-9887-452F-94CB-DF77181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149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真正的产品价值，不是生成一次内容，而是让这条内容的判断和结果可以继续被使用。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C5145F-4AC2-4ABB-AA7B-C8AD37C9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64DF2-C0A5-412F-B525-483103E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CEE75-B7DB-4862-B21C-D0DD7479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1814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6938A8-F66E-48F9-BC98-6409E9D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视频制作不是替代剪辑师，而是把编导判断变成可执行步骤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E9F51-991C-49EC-BF32-2CF4783F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CreatorOS 聚焦口播与观点视频的受控成片，不把创作者拖进复杂的专业时间线。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8E4FE-2038-4F51-BDEF-7AA88785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381750" cy="4048125"/>
          </a:xfrm>
          <a:prstGeom xmlns:a="http://schemas.openxmlformats.org/drawingml/2006/main" prst="roundRect">
            <a:avLst>
              <a:gd name="adj" fmla="val 5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852b2d7e74421"/>
          <a:stretch xmlns:a="http://schemas.openxmlformats.org/drawingml/2006/main"/>
        </p:blipFill>
        <p:spPr>
          <a:xfrm xmlns:a="http://schemas.openxmlformats.org/drawingml/2006/main">
            <a:off x="666750" y="1877748"/>
            <a:ext cx="6191250" cy="3721629"/>
          </a:xfrm>
          <a:prstGeom xmlns:a="http://schemas.openxmlformats.org/drawingml/2006/main" prst="roundRect">
            <a:avLst>
              <a:gd name="adj" fmla="val 39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EC542-B705-44DA-A4E8-E332AF17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71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4F17-3CB1-4309-ABB0-DBF8A85D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口播粗剪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E1EC7-60E0-4A99-BD45-E38C1C0B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从口播素材开始，保留原始上下文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4F61C-1A6E-41B6-923D-F33DF5B6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622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A8B3E-A5C5-445A-992C-398A01D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字幕处理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9E869-6379-484B-ABA8-0947E0F2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围绕内容节奏生成并检查字幕，而不是只做机械转写。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5B971-B67A-42DE-88F3-7A98E83F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52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87EFD-83C6-469C-9655-16DBCAED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B-roll 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84124-AE52-42CA-96C8-BE2CC371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14800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根据脚本语义给出补画面候选，创作者决定是否采用。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5D2A5-7570-4051-81D8-5E94580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43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E92A0-0BAF-4868-8594-18C9BA00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24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受控渲染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255D9-533A-41D3-8E96-3AB0A423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制作任务有步骤、结果和重试路径，最终成片可预览。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5F777-FB16-430E-BE1A-027F15DC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6262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AF3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4AF37"/>
                </a:solidFill>
                <a:latin typeface="PingFang SC"/>
                <a:ea typeface="PingFang SC"/>
                <a:cs typeface="PingFang SC"/>
              </a:rPr>
              <a:t>AI 给出制作候选，创作者保留最终判断。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30AC2-DCE0-438A-81DE-9FEDC530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23727-ACE9-4C62-8814-EDCCF5A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DA51F-5231-47FB-9D73-751E2512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195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738B1-0E58-4A9A-9AB0-72405ADA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0B4A7-703B-4F48-83A3-61722EDA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3D76D-2501-4357-ACB2-7494D2FF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做重活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62FB5-5AEC-4B33-A9B6-DDB4CBA0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整理证据与上下文</a:t>
            </a:r>
          </a:p>
          <a:p xmlns:a="http://schemas.openxmlformats.org/drawingml/2006/main">
            <a:pPr algn="l">
              <a:def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生成候选与草稿</a:t>
            </a:r>
          </a:p>
          <a:p xmlns:a="http://schemas.openxmlformats.org/drawingml/2006/main">
            <a:pPr algn="l">
              <a:def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提出审核与制作建议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B621E-A379-4EC4-BCA6-EC69096F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D4AF37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D4AF37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0EA5F-B405-49EC-83BF-15CE49CA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58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创作者做判断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9A925-4625-476C-BAE9-4EE3E5C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采纳、修改或拒绝</a:t>
            </a:r>
          </a:p>
          <a:p xmlns:a="http://schemas.openxmlformats.org/drawingml/2006/main">
            <a:pPr algn="l">
              <a:def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锁定关键判断</a:t>
            </a:r>
          </a:p>
          <a:p xmlns:a="http://schemas.openxmlformats.org/drawingml/2006/main">
            <a:pPr algn="l">
              <a:def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确认经验是否复用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02FC9-03C5-402C-BA7A-83050C1A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70F3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0070F3"/>
                </a:solidFill>
                <a:latin typeface="PingFang SC"/>
                <a:ea typeface="PingFang SC"/>
                <a:cs typeface="PingFang SC"/>
              </a:rPr>
              <a:t>正式写入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51382-C722-4797-9543-3FD5520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1D3F-9250-4436-AB79-59713817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B366F-788E-44CC-A588-23F34A15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76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0F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0F3"/>
                </a:solidFill>
                <a:latin typeface="PingFang SC"/>
                <a:ea typeface="PingFang SC"/>
                <a:cs typeface="PingFang SC"/>
              </a:rPr>
              <a:t>AI 不越过确认门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6DA6A4-E3F7-4C46-95D7-81B7CE3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E7844-85CE-44D2-9B96-2A76E6F3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3E8A3-BF58-4B79-B16F-D9C69F1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314442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C0100-A657-4CF4-B5DD-07A7649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发布不是终点：真实作品必须重新绑定回项目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0756E-6515-4743-A4E0-F45977F0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只有作品、指标与评论回到正确项目，发布前的判断才有机会被验证。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41993-961F-49E6-BA0B-9875859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5857875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47fea57c14e93"/>
          <a:stretch xmlns:a="http://schemas.openxmlformats.org/drawingml/2006/main"/>
        </p:blipFill>
        <p:spPr>
          <a:xfrm xmlns:a="http://schemas.openxmlformats.org/drawingml/2006/main">
            <a:off x="835983" y="1790700"/>
            <a:ext cx="5214608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41C45-5944-43B7-AE11-6E2BD28F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905375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8ee7948b141bb"/>
          <a:stretch xmlns:a="http://schemas.openxmlformats.org/drawingml/2006/main"/>
        </p:blipFill>
        <p:spPr>
          <a:xfrm xmlns:a="http://schemas.openxmlformats.org/drawingml/2006/main">
            <a:off x="6800850" y="1945243"/>
            <a:ext cx="4714875" cy="2834164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14233-47F0-421A-85B7-FB944FCA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17AE9-EBE3-42DC-9200-BC142AC5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发布登记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57B57-9989-4066-BAB5-309B1EE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1238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E97CA-5C87-4D6D-9A6A-AA4BD9EB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764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复盘工作台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F6BD5-5377-4F51-8E39-820A5CC2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668A2-E583-416B-921A-FAB7D4C4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唯一绑定作品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2BD5E-65B3-40F1-987F-F70B05F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人工发布后，把平台作品绑定回正确项目。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E42B2-EA8B-4887-8582-6AF9A294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34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5D3E1-2170-41D8-AC7D-4823556F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95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采集真实结果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B2656-2C77-44A0-B370-E6F8732A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578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指标、评论和明细按真实状态回流，不用示例数据。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688AE-1928-482D-981D-96216E9C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34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60774-1253-4F7D-8158-18EA7388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9590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确认可复用经验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ABD9B-AAE0-4F74-BCAD-AB6E250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578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对照预测与结果，由创作者确认哪些判断进入下一轮。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B3523-7C64-4C7D-99BD-4C8380D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E01D1-8A1A-4F34-988B-A58357BE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0A124-0752-4ACE-856D-D2A348DA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40804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D4148-8D76-4C43-95F1-A2F5E670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资料、任务和经验都能留下来，系统才会越用越有价值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A6A13-2C57-4F78-BA4B-725B992C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知识库负责沉淀，自动化负责持续执行；两者共同减少重复整理和重复判断。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2EF70-93F6-4CA9-A922-6FC85E9D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53340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ab050defd49a6"/>
          <a:stretch xmlns:a="http://schemas.openxmlformats.org/drawingml/2006/main"/>
        </p:blipFill>
        <p:spPr>
          <a:xfrm xmlns:a="http://schemas.openxmlformats.org/drawingml/2006/main">
            <a:off x="647700" y="1850231"/>
            <a:ext cx="5143500" cy="3100388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D4E19-EDCD-48A1-8304-C839BC1D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33550"/>
            <a:ext cx="53340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42c16fb65478a"/>
          <a:stretch xmlns:a="http://schemas.openxmlformats.org/drawingml/2006/main"/>
        </p:blipFill>
        <p:spPr>
          <a:xfrm xmlns:a="http://schemas.openxmlformats.org/drawingml/2006/main">
            <a:off x="6400800" y="1850231"/>
            <a:ext cx="5143500" cy="3100388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15A6F-50F1-45BE-8838-A4466BF8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知识库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70242-8F49-4EAE-A889-B39F0FE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文件夹整理、文档导入、搜索与关系视图，让资料不再散落在不同位置。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13A8C-F52B-4BCF-9353-2D4D1B9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自动化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32934-1688-4F55-8DC1-8282235F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57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采集和长任务保留步骤、进度与终态；切页或重启后仍能继续查看与处理。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2C914-E7A8-4BB9-B773-A55DFC9E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9511C-7CF7-4DF8-BAE0-22136D27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BEA72-1179-4FAA-AA2E-85F9235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68079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BDF08-9F9A-43E9-9150-F8AC538E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多账号不是一个筛选器，而是彼此独立的经营工作区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8A8D3B-83C8-40F3-A916-44A2D35A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切换账号时，定位、选题、项目、数据和经验一起切换，避免内容与判断互相串味。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A302-E690-49DF-8F72-ED80C61E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715125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0db6b194541fd"/>
          <a:stretch xmlns:a="http://schemas.openxmlformats.org/drawingml/2006/main"/>
        </p:blipFill>
        <p:spPr>
          <a:xfrm xmlns:a="http://schemas.openxmlformats.org/drawingml/2006/main">
            <a:off x="632535" y="1809750"/>
            <a:ext cx="6478756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0B582-D672-493E-ADF1-AE2337C6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90700"/>
            <a:ext cx="400050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526cc317e4f74"/>
          <a:stretch xmlns:a="http://schemas.openxmlformats.org/drawingml/2006/main"/>
        </p:blipFill>
        <p:spPr>
          <a:xfrm xmlns:a="http://schemas.openxmlformats.org/drawingml/2006/main">
            <a:off x="7667625" y="2004443"/>
            <a:ext cx="3810000" cy="2144264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30C42-206F-476E-A323-163C228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CBC98-B11A-4592-9EEB-B583DC15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账号归属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2B15D-4494-46FA-9427-73E505A6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434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每个账号有自己的定位、选题、项目与结果。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4261C-DF9D-4840-800B-84B8F5D6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30B73-0FA6-4D92-891E-1C9FB3EE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244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采集可选择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F6DD8-E27E-4DA6-AEBD-C3273400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339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读取来源可选择登录账号，内容仍回到当前工作区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BEF65-3198-4457-815C-C24F91D3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34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7A4C2-4C35-4AE4-86FD-25014E4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15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经验不串号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E5E5B-7328-4706-935C-19EA4D3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245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只使用当前账号已经确认或验证的经验。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174B7-99C2-4009-B7EB-C76EA53E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67D2F-A97F-45BA-B4A6-B4020891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074DE-C4DA-4BA1-AB6C-0F16237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98362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95D2D-64C6-4817-9B1F-B813BDC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长期经营，需要的不只是“能生成”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F4F86-2D63-4BA6-924C-4683E761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把可信、可控和可持续写进产品边界。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18FF1-0BEA-4522-9B0F-4549C828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9F233-2BAE-4AF7-8D0A-B04C8D8D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45827-77D6-4284-AE51-31964469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本地优先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7F98F-7EA5-4C0B-B5D0-8F860587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908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项目、素材、知识、会话和经验默认保留在本机。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E38FF-02F8-480E-B82A-A0412A86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DF8AC-4842-4936-9B10-19B1B370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28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2CD5E-6E68-441B-BA7D-9ADBD1C6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账号隔离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4C90D-CAA0-404F-8504-1289EA15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908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一个抖音号就是一个独立经营工作区，不跨号串味。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5307E-9DD3-4CB5-8AA3-DA6887C9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9DD56-D855-4E1B-81DC-62D80A31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A1EDA-212A-47FA-8C3E-7B99CF25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10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1DFFE-4744-49BC-876A-B7B80CD9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8006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没有数据就显示空，失败就展示失败，不用演示数据冒充成功。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E949E-C2B5-4366-9774-2E2F3C9B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6242A-031E-430F-96A3-0CB85B9B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70404-4DCE-45F0-B575-75DC34EF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0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过程可恢复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0851F-D6A8-4BD0-8B52-7B3F250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006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采集、生成和制作等长任务有步骤、终态与重试路径。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410C6-A433-4AEB-BB4A-0B961283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FF04E-0D66-4719-B37B-3B13DDB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8AAC9-90C9-4227-848A-E1313782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947328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F8A3F-BBC1-4116-BA93-EF8381DF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适合谁，也明确不替代什么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D98E3-5649-43DF-8D61-0B316EA6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产品边界越清楚，越容易判断它是否适合自己的内容经营方式。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FE11F-2F5E-4463-8C23-31E62588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578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692C9-2B98-407E-88BF-DF188B0D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2578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B4BDC-56C2-4DAD-9A63-50560013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B83FE-E576-43B3-B504-88B60783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更适合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ED6B1-4A04-4FAC-BB7C-8C45544F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中文口播与观点视频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单人或多账号长期经营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本地优先、自有模型密钥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愿意让真实结果回流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95B0C-0933-4E8D-B549-CE052332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905AC-6756-4657-B9F7-BEB37074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不替代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596B0-2B2A-45AA-9519-2847650F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多人审批协作平台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专业多轨剪辑软件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全云端跨设备素材库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无人确认的全托管发布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A4395-8C52-4268-BF24-96E356E8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6278E-3CD8-4657-9D64-E39A3C9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04009-1C1B-4A81-90F9-B5240D2A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9136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58298-5887-4718-A475-EE930082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A8C64-56A9-4CC1-A1A3-5D99FFB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2B5DA-406D-4827-808D-49DD3E3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19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BF5A6-D8FA-4B62-AA77-666A5FA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8EAC7-4D5F-41CD-A6B1-FA44E12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让每一次创作，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都留下可复用的判断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8C1A1-18D5-4034-B7AF-F1D8D68D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不是更多工具，而是一套越用越有依据的内容经营系统。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37810-2277-4D60-A919-016C2441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0957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CB14D-9B32-4D27-B74B-ABFC9B79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creatoros.aitongban.cloud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90D2A-02DF-41AF-9342-841AA0EE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A391B-2F66-416A-BC10-D1DACC09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28771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2026-07-27T08:10:24.0310000Z</dcterms:created>
  <dcterms:modified xsi:type="dcterms:W3CDTF">2026-07-27T08:10:24.0310000Z</dcterms:modified>
</coreProperties>
</file>