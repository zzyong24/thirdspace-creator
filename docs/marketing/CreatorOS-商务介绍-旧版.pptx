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1f9ec856247bf" /><Relationship Type="http://schemas.openxmlformats.org/officeDocument/2006/relationships/extended-properties" Target="/docProps/app.xml" Id="R0c6b309d2f7047f8" /><Relationship Type="http://schemas.openxmlformats.org/officeDocument/2006/relationships/officeDocument" Target="/ppt/presentation.xml" Id="R637983a44825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edbf39533e48e9"/>
  </p:sldMasterIdLst>
  <p:notesMasterIdLst>
    <p:notesMasterId xmlns:r="http://schemas.openxmlformats.org/officeDocument/2006/relationships" r:id="R3b1c5e8ab8f54a02"/>
  </p:notesMasterIdLst>
  <p:sldIdLst>
    <p:sldId xmlns:r="http://schemas.openxmlformats.org/officeDocument/2006/relationships" id="256" r:id="R793750eb52df4f36"/>
    <p:sldId xmlns:r="http://schemas.openxmlformats.org/officeDocument/2006/relationships" id="257" r:id="R3920878e3ede4668"/>
    <p:sldId xmlns:r="http://schemas.openxmlformats.org/officeDocument/2006/relationships" id="258" r:id="R5e5ea3ba21fb4590"/>
    <p:sldId xmlns:r="http://schemas.openxmlformats.org/officeDocument/2006/relationships" id="259" r:id="R54912c8f3ae04e5f"/>
    <p:sldId xmlns:r="http://schemas.openxmlformats.org/officeDocument/2006/relationships" id="260" r:id="R769d1815d60e45e8"/>
    <p:sldId xmlns:r="http://schemas.openxmlformats.org/officeDocument/2006/relationships" id="261" r:id="Rf06a7cfee25541fe"/>
    <p:sldId xmlns:r="http://schemas.openxmlformats.org/officeDocument/2006/relationships" id="262" r:id="R68ca39b222604364"/>
    <p:sldId xmlns:r="http://schemas.openxmlformats.org/officeDocument/2006/relationships" id="263" r:id="R339ec709bf364b0e"/>
    <p:sldId xmlns:r="http://schemas.openxmlformats.org/officeDocument/2006/relationships" id="264" r:id="Ra0591fa40a1d4f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f455034d0145ea" /><Relationship Type="http://schemas.openxmlformats.org/officeDocument/2006/relationships/slideMaster" Target="/ppt/slideMasters/slideMaster1.xml" Id="R23edbf39533e48e9" /><Relationship Type="http://schemas.openxmlformats.org/officeDocument/2006/relationships/notesMaster" Target="/ppt/notesMasters/notesMaster1.xml" Id="R3b1c5e8ab8f54a02" /><Relationship Type="http://schemas.openxmlformats.org/officeDocument/2006/relationships/presProps" Target="/ppt/presProps.xml" Id="R7ff102b2b5364e92" /><Relationship Type="http://schemas.openxmlformats.org/officeDocument/2006/relationships/tableStyles" Target="/ppt/tableStyles.xml" Id="R996fef0dea8f4fc1" /><Relationship Type="http://schemas.openxmlformats.org/officeDocument/2006/relationships/slide" Target="/ppt/slides/slide1.xml" Id="R793750eb52df4f36" /><Relationship Type="http://schemas.openxmlformats.org/officeDocument/2006/relationships/slide" Target="/ppt/slides/slide2.xml" Id="R3920878e3ede4668" /><Relationship Type="http://schemas.openxmlformats.org/officeDocument/2006/relationships/slide" Target="/ppt/slides/slide3.xml" Id="R5e5ea3ba21fb4590" /><Relationship Type="http://schemas.openxmlformats.org/officeDocument/2006/relationships/slide" Target="/ppt/slides/slide4.xml" Id="R54912c8f3ae04e5f" /><Relationship Type="http://schemas.openxmlformats.org/officeDocument/2006/relationships/slide" Target="/ppt/slides/slide5.xml" Id="R769d1815d60e45e8" /><Relationship Type="http://schemas.openxmlformats.org/officeDocument/2006/relationships/slide" Target="/ppt/slides/slide6.xml" Id="Rf06a7cfee25541fe" /><Relationship Type="http://schemas.openxmlformats.org/officeDocument/2006/relationships/slide" Target="/ppt/slides/slide7.xml" Id="R68ca39b222604364" /><Relationship Type="http://schemas.openxmlformats.org/officeDocument/2006/relationships/slide" Target="/ppt/slides/slide8.xml" Id="R339ec709bf364b0e" /><Relationship Type="http://schemas.openxmlformats.org/officeDocument/2006/relationships/slide" Target="/ppt/slides/slide9.xml" Id="Ra0591fa40a1d4f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05ea3061c946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1ae405e92f4a1f" /><Relationship Type="http://schemas.openxmlformats.org/officeDocument/2006/relationships/notesMaster" Target="/ppt/notesMasters/notesMaster1.xml" Id="R07345c57a9c0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3d731139964314" /><Relationship Type="http://schemas.openxmlformats.org/officeDocument/2006/relationships/notesMaster" Target="/ppt/notesMasters/notesMaster1.xml" Id="Rac57deb410574b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2fd966250f463e" /><Relationship Type="http://schemas.openxmlformats.org/officeDocument/2006/relationships/notesMaster" Target="/ppt/notesMasters/notesMaster1.xml" Id="R9cf9fb92c03741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16f839f29d40da" /><Relationship Type="http://schemas.openxmlformats.org/officeDocument/2006/relationships/notesMaster" Target="/ppt/notesMasters/notesMaster1.xml" Id="R60ce19c3d6b746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8f537e08664c9c" /><Relationship Type="http://schemas.openxmlformats.org/officeDocument/2006/relationships/notesMaster" Target="/ppt/notesMasters/notesMaster1.xml" Id="Rd28e2f7cedfd4a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83dc16b53e4c11" /><Relationship Type="http://schemas.openxmlformats.org/officeDocument/2006/relationships/notesMaster" Target="/ppt/notesMasters/notesMaster1.xml" Id="Rcc2b0dbcae024f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fd1ff86e354ca6" /><Relationship Type="http://schemas.openxmlformats.org/officeDocument/2006/relationships/notesMaster" Target="/ppt/notesMasters/notesMaster1.xml" Id="R0cc96887f6324f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0682fe868d4b4e" /><Relationship Type="http://schemas.openxmlformats.org/officeDocument/2006/relationships/notesMaster" Target="/ppt/notesMasters/notesMaster1.xml" Id="Rbed0658c05dc4c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65e5402af845fb" /><Relationship Type="http://schemas.openxmlformats.org/officeDocument/2006/relationships/notesMaster" Target="/ppt/notesMasters/notesMaster1.xml" Id="R093b4884f17745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/Users/zyongzhu/Workbase/Thirdspace-creator/docs/assets/creatoros-user-guide/desktop/home.png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/Users/zyongzhu/Workbase/Thirdspace-creator/docs/assets/creatoros-user-guide/infographics/content-flywheel.png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/Users/zyongzhu/Workbase/Thirdspace-creator/docs/assets/creatoros-user-guide/desktop/project-script.png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/Users/zyongzhu/Workbase/Thirdspace-creator/website/index.html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a8bbf208c4a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1e510355e64ac5" /><Relationship Type="http://schemas.openxmlformats.org/officeDocument/2006/relationships/slideLayout" Target="/ppt/slideLayouts/slideLayout1.xml" Id="Raec53f7dcdef40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c53f7dcdef40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0468bac6346b8" /><Relationship Type="http://schemas.openxmlformats.org/officeDocument/2006/relationships/image" Target="/ppt/media/image.png" Id="R55d818823c924066" /><Relationship Type="http://schemas.openxmlformats.org/officeDocument/2006/relationships/notesSlide" Target="/ppt/notesSlides/notesSlide1.xml" Id="R47b68aff38144e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82de0022f4abb" /><Relationship Type="http://schemas.openxmlformats.org/officeDocument/2006/relationships/notesSlide" Target="/ppt/notesSlides/notesSlide2.xml" Id="R15d18349171d47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0537928c74042" /><Relationship Type="http://schemas.openxmlformats.org/officeDocument/2006/relationships/image" Target="/ppt/media/image2.png" Id="R03b607d8f9af48f5" /><Relationship Type="http://schemas.openxmlformats.org/officeDocument/2006/relationships/notesSlide" Target="/ppt/notesSlides/notesSlide3.xml" Id="R44ccca152fff4f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fd65afe544cd4" /><Relationship Type="http://schemas.openxmlformats.org/officeDocument/2006/relationships/notesSlide" Target="/ppt/notesSlides/notesSlide4.xml" Id="Rdd3ed9666a2649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9d7bb32d94982" /><Relationship Type="http://schemas.openxmlformats.org/officeDocument/2006/relationships/notesSlide" Target="/ppt/notesSlides/notesSlide5.xml" Id="R78ec1a28299f47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7933f462f4064" /><Relationship Type="http://schemas.openxmlformats.org/officeDocument/2006/relationships/image" Target="/ppt/media/image3.png" Id="R537bc45f1cd44919" /><Relationship Type="http://schemas.openxmlformats.org/officeDocument/2006/relationships/notesSlide" Target="/ppt/notesSlides/notesSlide6.xml" Id="Rfaaa070015c4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a1ce426554685" /><Relationship Type="http://schemas.openxmlformats.org/officeDocument/2006/relationships/notesSlide" Target="/ppt/notesSlides/notesSlide7.xml" Id="R83a4b18c09a940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c3c384394e16" /><Relationship Type="http://schemas.openxmlformats.org/officeDocument/2006/relationships/notesSlide" Target="/ppt/notesSlides/notesSlide8.xml" Id="R2e4e775e19c54c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e617570f04145" /><Relationship Type="http://schemas.openxmlformats.org/officeDocument/2006/relationships/notesSlide" Target="/ppt/notesSlides/notesSlide9.xml" Id="R494915615cf54d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60A9A28-A595-47F9-ACB8-FFBAE531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517BDCF-D2A0-4FE9-8333-00F81EF9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3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D46F5F2-5573-4303-9AF1-EAB16B5B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818823c924066"/>
          <a:stretch xmlns:a="http://schemas.openxmlformats.org/drawingml/2006/main"/>
        </p:blipFill>
        <p:spPr>
          <a:xfrm xmlns:a="http://schemas.openxmlformats.org/drawingml/2006/main">
            <a:off x="6269069" y="1555530"/>
            <a:ext cx="5539740" cy="3283835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B198548E-DFA3-4A29-80CB-113E291D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0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让内容经营形成闭环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面向中文抖音口播与观点视频创作者的，本地优先编导式桌面系统。</a:t>
            </a:r>
          </a:p>
        </p:txBody>
      </p:sp>
      <p:sp>
        <p:nvSpPr>
          <p:cNvPr id="6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8144C487-BFB7-49AF-B905-8EBF7CCE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3598D91A-FEFC-4225-A084-CA7576A4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19910720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597AD2E-24C4-4CDD-A163-E3CBA8C9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9E65457-2AED-41C8-823F-6BBC5F93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3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创作者真正缺的，通常不是更多工具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A006F907-AD8C-4119-8913-E9B56F85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177DEA4-5E73-429B-A9C9-844B5B4C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零散工具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A9C423C1-76F4-4DC5-BC43-C87D28E9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每次从空白开始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素材与稿件彼此分离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发布结果难以回流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383DE879-2071-48BF-9312-CE001B26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A9F1BEB-EDD6-4A32-9769-9393FD3A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95D3AEF-9D94-4BA0-99A9-288E8ED8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一个账号一个工作区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每条内容一个项目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经验回到下一条内容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A94E7C0-C88B-4344-A06B-B22FADAA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当定位、选题、稿件、素材、发布和复盘彼此断开，AI 再强也只能解决局部问题。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真正影响长期效率的，是信息能不能从上一环自然流到下一环。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0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910665FB-AC52-4187-9FA6-68EFABA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4A0BBF4D-2DAF-4B8C-900F-9D27927E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1437851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F2213A6-5980-42C4-B858-5774A4B7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E2A3BFE-39FF-4D9F-B813-8781C75F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3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让一条内容，成为下一条的依据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F42CAB22-CF91-47C6-B311-CD279CB9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607d8f9af48f5"/>
          <a:stretch xmlns:a="http://schemas.openxmlformats.org/drawingml/2006/main"/>
        </p:blipFill>
        <p:spPr>
          <a:xfrm xmlns:a="http://schemas.openxmlformats.org/drawingml/2006/main">
            <a:off x="6269069" y="1638567"/>
            <a:ext cx="5539740" cy="3117760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FD23B3C-5DCE-49B0-BF85-130ECBDD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真实信号 → 内容项目 → 复盘经验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 把定位、信号、选题、制作、发布登记与复盘连成循环。只有经过确认或验证的经验，才会进入下一轮创作。</a:t>
            </a:r>
          </a:p>
        </p:txBody>
      </p:sp>
      <p:sp>
        <p:nvSpPr>
          <p:cNvPr id="6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5950E8E2-5723-4007-9B94-A9B91D43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A99DC23A-3428-418F-B5A7-BF689C08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5738920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0765FFE-EE81-40B4-A6B1-6843D5B8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7960D43-D83D-4FB2-AB5D-84176FA9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3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三个代表性工作面，覆盖内容经营的关键判断</a:t>
            </a:r>
          </a:p>
        </p:txBody>
      </p:sp>
      <p:cxnSp>
        <p:nvCxnSpPr>
          <p:cNvPr id="2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9B8FFC-0F9F-4E4D-AC4E-11F8374C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28CD2CE-787D-49A1-9FE9-03D86173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CAFDED5-A9BA-480C-AA7C-A503F803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F5378E4-7D0E-458C-A770-D0F80ED3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81EAC1D2-2CE8-4859-A64D-3BDDD8F0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定位与信号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建立账号定位，连接博主主页、收藏、网页、RSS 与关键词等真实来源，让选题有依据。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4B878B6-10A4-4839-A297-28C2805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596E55B1-3F41-4983-84D2-3508BCEA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项目与作品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在同一项目里组织 Brief、论点、素材、脚本、审核、制作与发布准备，减少上下文丢失。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754DE0CB-059B-49F1-868E-56D7A84C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8A41A65-087E-4025-BB09-76C2C5CB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复盘与知识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把预测、真实指标、评论和人工洞察放在一起，只沉淀经过确认的可复用经验。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044176F-A677-45DF-9139-8B6BECE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E8B0DF12-2500-4294-8593-2B382C85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4B580D22-EA5F-4EF4-9A54-F1208C0C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264DA344-0294-4B06-9D7B-F221A4B9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392ACB1C-CF89-4F23-A52E-2655B00B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6982534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082FE4A-8E12-458A-B9C2-1136D975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F78037F-8CFC-4B0D-A97D-D71549E9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3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做重活，但最终决定始终在创作者手里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66DD3C8-648E-47E6-92FA-FCFAFA0F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2619A4A-E4AD-424A-B354-2D1DB16E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负责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209003A-BA2D-4709-A4D1-AADBEB0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整理证据与上下文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生成候选与草稿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提出审核与制作建议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6E0F9B1-0F8E-4719-8AA9-3A17256E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DC72DC2-A158-4C2F-B915-E448CB22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创作者负责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EB17BBC-DCF3-4207-AB51-95D1789C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采纳、修改或拒绝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锁定关键判断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确认经验是否复用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4F19C6E-A687-48F1-915C-2EFDDD32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CreatorOS 把 AI 放在“候选与建议”的位置，而不是让它越过用户直接改变正式数据。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这个边界同时保护创作判断、账号差异和长期知识质量。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0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8CADE809-E8AE-4CFA-B5C6-0653A4CA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1FBEC288-5D9B-4264-8A5D-71CA8F10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19177208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B7D8006-5B07-4EBE-BAE9-D2907E1A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268C80B-902B-4FB6-A6B8-D9E869E8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3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一条内容，在同一个项目里推进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44AB059D-3A32-4B8A-914B-42CF413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bc45f1cd44919"/>
          <a:stretch xmlns:a="http://schemas.openxmlformats.org/drawingml/2006/main"/>
        </p:blipFill>
        <p:spPr>
          <a:xfrm xmlns:a="http://schemas.openxmlformats.org/drawingml/2006/main">
            <a:off x="6269069" y="1527831"/>
            <a:ext cx="5539740" cy="3339232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76B8D748-CC44-4D45-B809-18EDD9F1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脚本｜制作视频｜复盘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选题卡、论点、素材、脚本版本、审核和发布准备不再散落。制作与复盘继续沿用同一个项目上下文。</a:t>
            </a:r>
          </a:p>
        </p:txBody>
      </p:sp>
      <p:sp>
        <p:nvSpPr>
          <p:cNvPr id="6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18420392-1128-4629-B898-811F273D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1DC9597B-EDF5-44B8-A128-D4A7D3C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16092700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7AEA4D3-3866-49A2-A137-E4749950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81BB912B-5C86-4EEE-BEB9-D1CF1EB7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963DEC2-BADE-447B-A84E-902E7E5C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E35EC93-3739-4FF9-8E94-BDFBCA14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0C42D8EB-4CA5-4EFA-9968-7A0BE0DB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3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真实数据不是装饰，而是下一条内容的依据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55723FF-63AB-4C7B-9905-B3905B01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发布前锁定判断，避免事后解释。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505B9BD-0670-4F1B-BDE3-42BCA324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人工确认后，经验才进入下一轮。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715F39BC-2CC4-40B6-8CA8-E691CD6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回收真实指标与评论，不用演示数据。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05EC09B-37DF-4E42-BE87-506F75EB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先预测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E0C286A4-EBF0-4A57-AC0A-5B3FA208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看结果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BCDAA29-0FCC-4F9F-B79E-89B2308F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验经验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3A964CA-18AA-4B92-B02E-BE6B6344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CreatorOS 关注判断是否越来越可靠，而不是用调用次数、生成字数或虚假的漂亮图表证明价值。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没有真实数据就显示空；有结果后，再把预测、表现与观众反馈放在一起。</a:t>
            </a:r>
          </a:p>
        </p:txBody>
      </p:sp>
      <p:sp>
        <p:nvSpPr>
          <p:cNvPr id="13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09EF1CB1-886F-442C-8BF2-3488EA41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D9B7749B-B415-476A-BD26-ADCC5532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11220991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8736601-8038-423D-A9BF-99CE6716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79544B7-AEED-46ED-83B3-7FA2BEAD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3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适合谁，也明确不替代什么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9AA039D-1A86-4169-A358-CF2E4638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3280664-8C5D-456F-8026-27A28757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更适合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F539C70-5E93-4AD7-8FB5-B5A1B2A4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中文口播与观点视频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单人或多账号长期经营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本地优先、自有模型密钥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831DBBF-9131-4E23-B5EF-19C22DA4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4E1CAD7-1AE9-4631-A44E-7580005A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不试图替代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1C1D52B-0586-4CBB-9B6E-52AAFD3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多人审批协作平台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专业多轨剪辑软件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无人确认的全托管发布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6E0D20F-9BB7-40A6-B2C1-B246E3DF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产品边界越清楚，越容易判断 CreatorOS 是否适合自己的内容经营方式。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它面向持续创作、愿意复盘、重视本地数据和独立判断的个人创作者。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0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60A073D5-7D04-40E8-AAC5-ACFFF907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C92F2F5B-FEA3-4AD5-B2CD-0C260099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83991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2B75CD6C-6F3B-4167-9B7E-50F07728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60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让每一次创作，
都留下可复用的判断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50780B6-48BE-47FD-B6F0-36CDB21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creatoros.aitongban.cloud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产品介绍｜商务交流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9C5EFB6-5308-4AA5-B27F-15B03D6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  <p:sp>
        <p:nvSpPr>
          <p:cNvPr id="4" name="creatoros-accent-rule">
            <a:extLst xmlns:a="http://schemas.openxmlformats.org/drawingml/2006/main">
              <a:ext uri="{FF2B5EF4-FFF2-40B4-BE49-F238E27FC236}">
                <a16:creationId xmlns:a16="http://schemas.microsoft.com/office/drawing/2014/main" id="{6CBDA00D-9D80-43CD-8954-6D2939E1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05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reatoros-brand">
            <a:extLst xmlns:a="http://schemas.openxmlformats.org/drawingml/2006/main">
              <a:ext uri="{FF2B5EF4-FFF2-40B4-BE49-F238E27FC236}">
                <a16:creationId xmlns:a16="http://schemas.microsoft.com/office/drawing/2014/main" id="{9C11339E-B5E0-4AD1-9CE8-CD9F0414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055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B5563"/>
                </a:solidFill>
                <a:latin typeface="PingFang SC"/>
                <a:ea typeface="PingFang SC"/>
                <a:cs typeface="PingFang SC"/>
              </a:rPr>
              <a:t>CreatorOS</a:t>
            </a:r>
          </a:p>
        </p:txBody>
      </p:sp>
    </p:spTree>
    <p:extLst>
      <p:ext uri="{BB962C8B-B14F-4D97-AF65-F5344CB8AC3E}">
        <p14:creationId xmlns:p14="http://schemas.microsoft.com/office/powerpoint/2010/main" val="794142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2026-07-27T07:15:55.4870000Z</dcterms:created>
  <dcterms:modified xsi:type="dcterms:W3CDTF">2026-07-27T07:15:55.4870000Z</dcterms:modified>
</coreProperties>
</file>