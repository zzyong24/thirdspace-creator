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711e5500f94dc9" /><Relationship Type="http://schemas.openxmlformats.org/officeDocument/2006/relationships/extended-properties" Target="/docProps/app.xml" Id="Re231e6d8fb644976" /><Relationship Type="http://schemas.openxmlformats.org/officeDocument/2006/relationships/officeDocument" Target="/ppt/presentation.xml" Id="R831cbbc99ce149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caa010079c4a76"/>
  </p:sldMasterIdLst>
  <p:notesMasterIdLst>
    <p:notesMasterId xmlns:r="http://schemas.openxmlformats.org/officeDocument/2006/relationships" r:id="Rcdcb335aa4654deb"/>
  </p:notesMasterIdLst>
  <p:sldIdLst>
    <p:sldId xmlns:r="http://schemas.openxmlformats.org/officeDocument/2006/relationships" id="256" r:id="Rb4ae03b21e014a9d"/>
    <p:sldId xmlns:r="http://schemas.openxmlformats.org/officeDocument/2006/relationships" id="257" r:id="R1c9fef8a695e4958"/>
    <p:sldId xmlns:r="http://schemas.openxmlformats.org/officeDocument/2006/relationships" id="258" r:id="Rfd2082d313164f95"/>
    <p:sldId xmlns:r="http://schemas.openxmlformats.org/officeDocument/2006/relationships" id="259" r:id="Rd7d2161c89c84805"/>
    <p:sldId xmlns:r="http://schemas.openxmlformats.org/officeDocument/2006/relationships" id="260" r:id="R2d821680341047f9"/>
    <p:sldId xmlns:r="http://schemas.openxmlformats.org/officeDocument/2006/relationships" id="261" r:id="R013af649b0ac40b7"/>
    <p:sldId xmlns:r="http://schemas.openxmlformats.org/officeDocument/2006/relationships" id="262" r:id="R41e6e4028a9a44b2"/>
    <p:sldId xmlns:r="http://schemas.openxmlformats.org/officeDocument/2006/relationships" id="263" r:id="Re69222b0ab2f491c"/>
    <p:sldId xmlns:r="http://schemas.openxmlformats.org/officeDocument/2006/relationships" id="264" r:id="Ra4a9e75f66e54f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f81f1a3fc24a6a" /><Relationship Type="http://schemas.openxmlformats.org/officeDocument/2006/relationships/slideMaster" Target="/ppt/slideMasters/slideMaster1.xml" Id="R0acaa010079c4a76" /><Relationship Type="http://schemas.openxmlformats.org/officeDocument/2006/relationships/notesMaster" Target="/ppt/notesMasters/notesMaster1.xml" Id="Rcdcb335aa4654deb" /><Relationship Type="http://schemas.openxmlformats.org/officeDocument/2006/relationships/presProps" Target="/ppt/presProps.xml" Id="R1d2d60e141fc4f84" /><Relationship Type="http://schemas.openxmlformats.org/officeDocument/2006/relationships/tableStyles" Target="/ppt/tableStyles.xml" Id="R6f369183cb9b4a57" /><Relationship Type="http://schemas.openxmlformats.org/officeDocument/2006/relationships/slide" Target="/ppt/slides/slide1.xml" Id="Rb4ae03b21e014a9d" /><Relationship Type="http://schemas.openxmlformats.org/officeDocument/2006/relationships/slide" Target="/ppt/slides/slide2.xml" Id="R1c9fef8a695e4958" /><Relationship Type="http://schemas.openxmlformats.org/officeDocument/2006/relationships/slide" Target="/ppt/slides/slide3.xml" Id="Rfd2082d313164f95" /><Relationship Type="http://schemas.openxmlformats.org/officeDocument/2006/relationships/slide" Target="/ppt/slides/slide4.xml" Id="Rd7d2161c89c84805" /><Relationship Type="http://schemas.openxmlformats.org/officeDocument/2006/relationships/slide" Target="/ppt/slides/slide5.xml" Id="R2d821680341047f9" /><Relationship Type="http://schemas.openxmlformats.org/officeDocument/2006/relationships/slide" Target="/ppt/slides/slide6.xml" Id="R013af649b0ac40b7" /><Relationship Type="http://schemas.openxmlformats.org/officeDocument/2006/relationships/slide" Target="/ppt/slides/slide7.xml" Id="R41e6e4028a9a44b2" /><Relationship Type="http://schemas.openxmlformats.org/officeDocument/2006/relationships/slide" Target="/ppt/slides/slide8.xml" Id="Re69222b0ab2f491c" /><Relationship Type="http://schemas.openxmlformats.org/officeDocument/2006/relationships/slide" Target="/ppt/slides/slide9.xml" Id="Ra4a9e75f66e54f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09c74ae4ac48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4989a76e9b4fe0" /><Relationship Type="http://schemas.openxmlformats.org/officeDocument/2006/relationships/notesMaster" Target="/ppt/notesMasters/notesMaster1.xml" Id="R351d384c221049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042626d6e34a81" /><Relationship Type="http://schemas.openxmlformats.org/officeDocument/2006/relationships/notesMaster" Target="/ppt/notesMasters/notesMaster1.xml" Id="R56c66ce3acdb429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37efda95e84faf" /><Relationship Type="http://schemas.openxmlformats.org/officeDocument/2006/relationships/notesMaster" Target="/ppt/notesMasters/notesMaster1.xml" Id="Rcca962667b7943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555e61456a4f42" /><Relationship Type="http://schemas.openxmlformats.org/officeDocument/2006/relationships/notesMaster" Target="/ppt/notesMasters/notesMaster1.xml" Id="Rc5c299f080d040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81f0e074824904" /><Relationship Type="http://schemas.openxmlformats.org/officeDocument/2006/relationships/notesMaster" Target="/ppt/notesMasters/notesMaster1.xml" Id="R4772c1dafd7f46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481d0454a147ad" /><Relationship Type="http://schemas.openxmlformats.org/officeDocument/2006/relationships/notesMaster" Target="/ppt/notesMasters/notesMaster1.xml" Id="R7857569b3f944d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85b73e7f0485f" /><Relationship Type="http://schemas.openxmlformats.org/officeDocument/2006/relationships/notesMaster" Target="/ppt/notesMasters/notesMaster1.xml" Id="R89610f75905947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b8f8a04de84f29" /><Relationship Type="http://schemas.openxmlformats.org/officeDocument/2006/relationships/notesMaster" Target="/ppt/notesMasters/notesMaster1.xml" Id="R71f7e6af496c434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c6eaadd2e346b2" /><Relationship Type="http://schemas.openxmlformats.org/officeDocument/2006/relationships/notesMaster" Target="/ppt/notesMasters/notesMaster1.xml" Id="Rdac75d9dadb044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/Users/zyongzhu/Workbase/Thirdspace-creator/docs/assets/creatoros-user-guide/desktop/home.png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/Users/zyongzhu/Workbase/Thirdspace-creator/docs/assets/creatoros-user-guide/infographics/content-flywheel.png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/Users/zyongzhu/Workbase/Thirdspace-creator/docs/assets/creatoros-user-guide/desktop/content-radar.png</a:t>
            </a:r>
          </a:p>
          <a:p xmlns:a="http://schemas.openxmlformats.org/drawingml/2006/main">
            <a:r>
              <a:t>- /Users/zyongzhu/Workbase/Thirdspace-creator/docs/assets/creatoros-user-guide/desktop/project-script.png</a:t>
            </a:r>
          </a:p>
          <a:p xmlns:a="http://schemas.openxmlformats.org/drawingml/2006/main">
            <a:r>
              <a:t>- /Users/zyongzhu/Workbase/Thirdspace-creator/docs/assets/creatoros-user-guide/desktop/project-review.png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/Users/zyongzhu/Workbase/Thirdspace-creator/docs/CreatorOS-新用户0到1标杆路线.md</a:t>
            </a:r>
          </a:p>
          <a:p xmlns:a="http://schemas.openxmlformats.org/drawingml/2006/main">
            <a:r>
              <a:t>- /Users/zyongzhu/Workbase/Thirdspace-creator/docs/CreatorOS-2026-07-20以来更新说明.md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/Users/zyongzhu/Workbase/Thirdspace-creator/docs/产品定位.md</a:t>
            </a:r>
          </a:p>
          <a:p xmlns:a="http://schemas.openxmlformats.org/drawingml/2006/main">
            <a:r>
              <a:t>- /Users/zyongzhu/Workbase/Thirdspace-creator/website/index.html</a:t>
            </a:r>
          </a:p>
          <a:p xmlns:a="http://schemas.openxmlformats.org/drawingml/2006/main">
            <a:r>
              <a:t>- https://github.com/MiniMax-AI/skills/tree/main/skills/pptx-generator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f372a84a1c49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bc06b8a1134991" /><Relationship Type="http://schemas.openxmlformats.org/officeDocument/2006/relationships/slideLayout" Target="/ppt/slideLayouts/slideLayout1.xml" Id="R7826063959d74f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26063959d74f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fac0990a348ae" /><Relationship Type="http://schemas.openxmlformats.org/officeDocument/2006/relationships/image" Target="/ppt/media/image.png" Id="R5af52e8a6a0c40bc" /><Relationship Type="http://schemas.openxmlformats.org/officeDocument/2006/relationships/notesSlide" Target="/ppt/notesSlides/notesSlide1.xml" Id="R47344678354043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24a82371411e" /><Relationship Type="http://schemas.openxmlformats.org/officeDocument/2006/relationships/notesSlide" Target="/ppt/notesSlides/notesSlide2.xml" Id="R04c46f642bd84f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05fb818024dfb" /><Relationship Type="http://schemas.openxmlformats.org/officeDocument/2006/relationships/image" Target="/ppt/media/image2.png" Id="Rda24324383974998" /><Relationship Type="http://schemas.openxmlformats.org/officeDocument/2006/relationships/notesSlide" Target="/ppt/notesSlides/notesSlide3.xml" Id="Rf43cbd74e60e48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305ce6ee084fbf" /><Relationship Type="http://schemas.openxmlformats.org/officeDocument/2006/relationships/image" Target="/ppt/media/image3.png" Id="R092154b7e05a4962" /><Relationship Type="http://schemas.openxmlformats.org/officeDocument/2006/relationships/image" Target="/ppt/media/image4.png" Id="R9049e8d0170b4b54" /><Relationship Type="http://schemas.openxmlformats.org/officeDocument/2006/relationships/image" Target="/ppt/media/image5.png" Id="Ra5cc0554d4ba4320" /><Relationship Type="http://schemas.openxmlformats.org/officeDocument/2006/relationships/notesSlide" Target="/ppt/notesSlides/notesSlide4.xml" Id="R72f7f7c3455348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534646b90144a3" /><Relationship Type="http://schemas.openxmlformats.org/officeDocument/2006/relationships/notesSlide" Target="/ppt/notesSlides/notesSlide5.xml" Id="R60d753af57924a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12d439b5e4310" /><Relationship Type="http://schemas.openxmlformats.org/officeDocument/2006/relationships/notesSlide" Target="/ppt/notesSlides/notesSlide6.xml" Id="R081d86ef07bf44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7113c82d340a9" /><Relationship Type="http://schemas.openxmlformats.org/officeDocument/2006/relationships/notesSlide" Target="/ppt/notesSlides/notesSlide7.xml" Id="R19fcc6a10d4645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9d60a330e4ad4" /><Relationship Type="http://schemas.openxmlformats.org/officeDocument/2006/relationships/notesSlide" Target="/ppt/notesSlides/notesSlide8.xml" Id="R92b19269a0e946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5ee2810b44842" /><Relationship Type="http://schemas.openxmlformats.org/officeDocument/2006/relationships/notesSlide" Target="/ppt/notesSlides/notesSlide9.xml" Id="R59b5f166460b43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6E176-8F58-4E1F-9B97-F180C837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47BC4-6C0B-46BD-B2B1-B3CDBB9B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05375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11C2C-FC3A-47BA-BAB7-83E081EF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21907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68716-3935-4A6F-8A6B-3061A737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编导式内容生产系统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AC49A-C992-41A1-A519-8BA2648E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811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49DF7-FB5D-4A68-AD05-4740796F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让内容经营</a:t>
            </a:r>
          </a:p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形成闭环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E976E-73A2-4A10-AE7A-2C2F8BAA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4333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从真实信号到作品，再从真实结果回到下一条内容。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D6117-B6A4-47A1-BEF2-82690AF5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190625"/>
            <a:ext cx="5953125" cy="3905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F5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52e8a6a0c40bc"/>
          <a:stretch xmlns:a="http://schemas.openxmlformats.org/drawingml/2006/main"/>
        </p:blipFill>
        <p:spPr>
          <a:xfrm xmlns:a="http://schemas.openxmlformats.org/drawingml/2006/main">
            <a:off x="5572125" y="1435272"/>
            <a:ext cx="5762625" cy="3415956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21B53-DC1C-488C-8A0C-F00CABC7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AF3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D4AF37"/>
                </a:solidFill>
                <a:latin typeface="PingFang SC"/>
                <a:ea typeface="PingFang SC"/>
                <a:cs typeface="PingFang SC"/>
              </a:rPr>
              <a:t>面向中文抖音口播与观点视频创作者</a:t>
            </a:r>
          </a:p>
        </p:txBody>
      </p:sp>
    </p:spTree>
    <p:extLst>
      <p:ext uri="{BB962C8B-B14F-4D97-AF65-F5344CB8AC3E}">
        <p14:creationId xmlns:p14="http://schemas.microsoft.com/office/powerpoint/2010/main" val="99177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B11015-4D3E-44BD-A296-F54B64A9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AI 工具越来越多，内容经营依然割裂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34705-859C-434C-8F90-32C46046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局部能力变强，不等于定位、选题、作品和结果开始共同积累。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1943100" y="3143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3829050" y="3143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27A21-9457-420E-A976-34D8B963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56192-FDBB-4FA4-9430-65A0696E8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7600950" y="3143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6D77D-CC3C-4316-AD6B-5C6F2524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BFA59-2B11-48FB-B1F4-747A7ABD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F1A5B-31B1-4B0F-A1C8-EC255965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001E4-022F-4E40-8A15-63217AED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6AD74-3F4C-4448-B8E3-4FB33211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定位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DBFA8-D10B-47AF-B361-0856573C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账号做什么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12817-0950-4660-B9C3-B19F0CE3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979EF-91AD-4F19-A726-E7C5CB03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B5F93-03E8-467D-94CE-83BD1E16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选题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BB02A-EC20-4867-84F3-E619A0A5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为什么值得做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D0DC0E-C61B-4943-ABBA-1070B771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89605-2574-497C-B64B-AB69D535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6D029-78C1-40F2-A7FB-62FF92D9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稿件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49F75-6BDD-4E9D-B167-3A340F36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怎么讲清楚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F9929F-FECD-4379-8A86-351C54D8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A49B1-D140-4FF8-80FC-FA150E1E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5303B-13B6-4809-8CA6-F8C76A55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素材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571B44-6F8D-4CBF-95D5-35EA91C9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用什么支撑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90B54A-CE59-47E9-B399-B1D1D877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466CB-F9E4-4E59-9262-CB12C443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016240-ABAC-4C6A-95CB-C4B2B3E1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6FCF4-1DD8-4469-A155-EAF0F007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真实作品结果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2F43EE-3128-4059-903D-30583591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33625"/>
            <a:ext cx="1314450" cy="16192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A75EC5-F126-4325-8C81-07C328D7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2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5189A-B606-4E26-9DA6-8649AE41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52750"/>
            <a:ext cx="971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复盘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3E9BEB-4199-4EE5-8729-4C3B2609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76625"/>
            <a:ext cx="100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学到了什么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2AE996-AA81-407E-8CF1-11DA7459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10763250" cy="100012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F8F4AE-20EF-45CC-8F58-73867A29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CreatorOS 解决的不是某一个按钮，而是让信息从上一环自然流向下一环。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EE4F5C-EE5F-4133-BF8F-FB96C1A4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59E80D-593D-4072-BD33-75ECFBB82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72E120-8D94-459C-91B5-DA655740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62480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57473-B3A0-46FE-AE7A-4A1BE6E8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CreatorOS 把一次创作，变成持续经营的循环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1E5E3-949F-4517-8FAC-1082A082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每一条真实作品都能留下新的依据，而不是做完就散。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16794-5BA2-4C1C-9F14-7685B642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6334125" cy="4238625"/>
          </a:xfrm>
          <a:prstGeom xmlns:a="http://schemas.openxmlformats.org/drawingml/2006/main" prst="roundRect">
            <a:avLst>
              <a:gd name="adj" fmla="val 53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4324383974998"/>
          <a:stretch xmlns:a="http://schemas.openxmlformats.org/drawingml/2006/main"/>
        </p:blipFill>
        <p:spPr>
          <a:xfrm xmlns:a="http://schemas.openxmlformats.org/drawingml/2006/main">
            <a:off x="723900" y="2109785"/>
            <a:ext cx="5991225" cy="3371856"/>
          </a:xfrm>
          <a:prstGeom xmlns:a="http://schemas.openxmlformats.org/drawingml/2006/main" prst="roundRect">
            <a:avLst>
              <a:gd name="adj" fmla="val 391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A34F0-4805-4159-BC95-E1C48117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3355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2F7CE-1DC6-4ABA-A440-17914CB0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7526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真实信号进入系统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56935-FCC3-4ECD-85B3-6789A54E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907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定位、评论、收藏、公开作品与历史表现，成为内容判断的输入。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7A74EE-C27B-4CD9-9DEE-71CB9311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8EA45-3B36-469D-81C9-AAB21FDE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337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一条内容形成项目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F6244-7015-4177-A6A7-FB297F6A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57187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选题、Brief、论点、素材、脚本、制作和发布准备共享同一上下文。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AA42DF-841A-45E5-BE8C-B8AE3466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95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8DAE5-9503-4BE4-AB12-DC6CAE90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验证经验回到下一轮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A2A98-79A0-4CF9-8DBB-5DEB427B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530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预测与真实结果被放在一起，只有经过确认的经验才继续复用。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30B70-5D0B-478D-A5FA-6B83899A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E0550-3FB7-4446-9143-E571856A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21E9F-D7AF-4F32-A4A8-67919BB5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8114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7AF43A-EC06-47C0-9A7B-06022737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不展示所有功能，只看三个决定内容质量的时刻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7DB25-56DB-4F96-B600-1697AAF4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找依据、做作品、看结果——这三件事决定系统是否真正有用。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B7B5D-92D7-4155-9B1D-BC4D4182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543300" cy="4095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154b7e05a4962"/>
          <a:srcRect xmlns:a="http://schemas.openxmlformats.org/drawingml/2006/main" l="2874" t="0" r="28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1847850"/>
            <a:ext cx="32766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D15279-3D9B-4BF3-BFC6-34F4EAC2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找到有依据的选题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FE6A6-695F-4450-AF1B-F19260AA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从真实来源看作品、数据和逐字稿，再把候选送入选题判断。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E6A21-94D2-4B74-8782-A807CFF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66900"/>
            <a:ext cx="590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26C56-098C-420F-981A-11FD0F53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9335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400DD-7CDF-48A2-8815-A4F26CF6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3543300" cy="4095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9e8d0170b4b54"/>
          <a:srcRect xmlns:a="http://schemas.openxmlformats.org/drawingml/2006/main" l="2874" t="0" r="28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19600" y="1847850"/>
            <a:ext cx="32766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C3CA2-79B1-4A54-9D76-79EB4A0D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把选题做成作品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E8398B-BDAC-4875-8981-45FDDC99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815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在同一项目里组织 Brief、论点、素材、脚本、审核与发布准备。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810281-0C11-4507-9AC3-07A703D1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590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6A7E8-D8DF-42AC-8C7E-74C57BCA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335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7DB94B-EADB-44E4-81CF-EDD93B7B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14500"/>
            <a:ext cx="3543300" cy="40957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c0554d4ba4320"/>
          <a:srcRect xmlns:a="http://schemas.openxmlformats.org/drawingml/2006/main" l="2874" t="0" r="28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847850"/>
            <a:ext cx="3276600" cy="2095500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9DA101-5053-4F48-84AB-30DA9FE3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29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让结果变成经验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9F3E4-A1E8-489D-A979-708C0AFC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81550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把预测、真实指标、评论与人工洞察放在一起完成复盘。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B2F8C-B090-47F7-BA5B-6DD67694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866900"/>
            <a:ext cx="590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35701-0CDF-4406-8445-C3A8E707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9335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617A2A-9A13-4C46-B6A9-30E63917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DF6EC2-15EB-4B5C-8191-CB704720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293EE-D55B-49ED-9E93-82A71536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31722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1D8159-96F0-4C47-A3F4-1DD5277F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一条内容，在同一个项目里向前推进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B275C-8A23-49E9-886F-2875C5E9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上下文不丢、版本不覆盖、关键判断可回看。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943100" y="32861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4219575" y="32861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D4AF37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6496050" y="32861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8772525" y="32861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70F3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1DB0A-C9B5-4B81-BEDF-9D15D48E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76525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D1FD8-EE8A-488B-80DA-BD44F0C8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860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AE501C-9291-47DF-BE86-A033CC94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14337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选题卡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14125-EA41-42D8-8E17-2D2DA816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48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为什么做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181EE-D7DA-4B77-A882-F6310149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76525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4AF18B-8484-4B3D-B7D7-0727976A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860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7EE39-AAD9-49E8-BE8B-EE54EE59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14337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项目稿面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A6F45-31DD-4186-B139-BBD08DAC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48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讲什么、怎么讲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4C7BD-AFE5-46EB-BA35-AA5D987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76525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44A0A0-BA9F-4A4D-B347-8A229D4F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860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624F2-27B0-48DB-95FD-689FBB90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4337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制作视频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6B437-1AEE-4613-80D4-7C750B0C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4648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如何呈现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3D064-5DD5-479E-862F-385B8B89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76525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4E0B41-AAAF-4C7A-87D9-97E52A13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860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C3606-F20A-47FD-B49E-A83C4927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14337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发布登记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061549-CBD8-403A-9CAF-A6C223A6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48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绑定真实作品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28705-952A-41B7-92ED-562D142E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76525"/>
            <a:ext cx="1219200" cy="1219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0705B2-0961-4AC6-AA19-4ABB28A5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86075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BE3F25-DED0-48B2-BC18-3EFD8043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43375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复盘经验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9D470E-7614-41AE-ADE4-2E03BECD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4648200"/>
            <a:ext cx="1885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下一条更有依据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B9755C-8E4D-447C-8D8D-FE142320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10839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A20111-0348-47E8-8418-8C87E999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514975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真正的产品价值，不是生成一次内容，而是让这条内容的判断和结果可以继续被使用。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73BF0A-0B9D-4C03-A32E-81860E8D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EB2E09-E679-4009-A1ED-71E903F0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8AF3DE-3786-44EB-A526-5F74AA8F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6001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5C570-3099-42BC-9FF6-3FEB8DD7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149A7-109B-4FD4-9729-76F80250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D1782-7128-46C4-86F7-923F1F9A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做重活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9E8E8-6E8D-43FD-A90A-47522F64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整理证据与上下文</a:t>
            </a:r>
          </a:p>
          <a:p xmlns:a="http://schemas.openxmlformats.org/drawingml/2006/main">
            <a:pPr algn="l">
              <a:def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生成候选与草稿</a:t>
            </a:r>
          </a:p>
          <a:p xmlns:a="http://schemas.openxmlformats.org/drawingml/2006/main">
            <a:pPr algn="l">
              <a:def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提出审核与制作建议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6C08E-56F9-47F5-8621-449816C7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D4AF37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D4AF37"/>
                </a:solidFill>
                <a:latin typeface="PingFang SC"/>
                <a:ea typeface="PingFang SC"/>
                <a:cs typeface="PingFang SC"/>
              </a:rPr>
              <a:t>候选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C819B-36EF-4C15-8119-5E5F11CB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858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创作者做判断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E2C88-9265-48F6-BFB7-CFD77692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00250"/>
            <a:ext cx="381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采纳、修改或拒绝</a:t>
            </a:r>
          </a:p>
          <a:p xmlns:a="http://schemas.openxmlformats.org/drawingml/2006/main">
            <a:pPr algn="l">
              <a:def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锁定关键判断</a:t>
            </a:r>
          </a:p>
          <a:p xmlns:a="http://schemas.openxmlformats.org/drawingml/2006/main">
            <a:pPr algn="l">
              <a:def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确认经验是否复用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E08B0-8ED0-4F10-8D35-F63940C0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625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70F3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0070F3"/>
                </a:solidFill>
                <a:latin typeface="PingFang SC"/>
                <a:ea typeface="PingFang SC"/>
                <a:cs typeface="PingFang SC"/>
              </a:rPr>
              <a:t>正式写入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51AD3F-5BB2-4778-A8D8-1172A68A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D646C-284B-4A48-80B1-D03C7946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981325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EB728-2AE2-4853-AAA8-83B91FC6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76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0F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70F3"/>
                </a:solidFill>
                <a:latin typeface="PingFang SC"/>
                <a:ea typeface="PingFang SC"/>
                <a:cs typeface="PingFang SC"/>
              </a:rPr>
              <a:t>AI 不越过确认门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139247-970A-4916-A0ED-13DFD964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83468A-39E5-4B10-AFF2-1580E7CD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034380-2CAD-48F9-99B9-0794D082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61048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ABE40-3165-4523-99E7-62CF9FB5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长期经营，需要的不只是“能生成”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28E72-498B-413B-8B47-ABDFA122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CreatorOS 把可信、可控和可持续写进产品边界。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03E42-1801-4681-AB7A-24D330BD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2197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F7C0F-2F06-427D-997E-121B9BC5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3F13B-D2FF-4416-B376-D1F752A2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000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本地优先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C6DC71-50B7-4032-ABA4-0C3D28B9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5908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项目、素材、知识、会话和经验默认保留在本机。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8A95F-4DE6-482B-9E63-33523C8F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52197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E90E4-EA58-4DF4-8F4B-8763B537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288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FB1E11-41B3-48C4-B14E-11D5F407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000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账号隔离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ABDE5-29B9-4309-8DB7-A0D5824B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908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一个抖音号就是一个独立经营工作区，不跨号串味。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EEC7E-161A-4717-8112-5E74068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2197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BA514C-5DAD-4A52-A5AA-FC3A4DC2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0F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0F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1BE9B-52F5-4B9B-8221-86E64154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2100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真实状态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7868B-33CD-43A6-8BDA-D71466BA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48006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没有数据就显示空，失败就展示失败，不用演示数据冒充成功。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3467A5-17E9-407F-ADEF-2AFC019C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00500"/>
            <a:ext cx="5219700" cy="18478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6F476-E9E7-486B-A1FB-AE9D7A69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386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F8DC67-F821-4CE8-AB00-C28C0360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100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过程可恢复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4961C-EE7E-40A8-9F62-2F2067DB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0060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采集、生成和制作等长任务有步骤、终态与重试路径。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EA6F8B-52F8-4947-880C-16F6F6D0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B4867-6D72-45E8-A3ED-D232F04D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1D76B-980A-466E-93D3-F5D14AA1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951956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CB2BA4-42CC-4D56-8C11-CB7C15FA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32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适合谁，也明确不替代什么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5C9F5-9564-4C61-A9D8-92E00B1B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334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产品边界越清楚，越容易判断它是否适合自己的内容经营方式。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7760B-EE66-412D-BFB7-7DE2212C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5780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B07D5-E5F9-4B25-BDE8-A18872B4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5257800" cy="4000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95007-36EF-4713-83B7-68110C66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1066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381A2-BA46-4A17-B462-93AD9C62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更适合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B76F5-BDCA-41B0-BE2A-3F9C3199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中文口播与观点视频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单人或多账号长期经营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本地优先、自有模型密钥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愿意让真实结果回流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ED6C5-BCE7-411A-858B-03672B0E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1066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BDF8A-B581-4939-A3AE-A6BE35EC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A0A0A"/>
                </a:solidFill>
                <a:latin typeface="PingFang SC"/>
                <a:ea typeface="PingFang SC"/>
                <a:cs typeface="PingFang SC"/>
              </a:rPr>
              <a:t>不替代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1EFBE-B493-43FC-ABA1-82234B53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多人审批协作平台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专业多轨剪辑软件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全云端跨设备素材库</a:t>
            </a:r>
          </a:p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无人确认的全托管发布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890ED-13AA-48DD-B377-64B97E57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FC244-96AA-4A38-9857-C78AD200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103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E22C6-BC4B-4106-A73D-E08C8E5B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674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47748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CE087-BD87-4F12-8E48-783F15BB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8572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D870D-2D9E-47D4-9B34-9EC2B02A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480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F3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B5DB8-CD97-494F-BDAA-EA9CECFD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195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AB383-9DC2-43E5-9C0B-1C25ACE7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4AF3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4AF37"/>
                </a:solidFill>
                <a:latin typeface="Arial"/>
                <a:ea typeface="Arial"/>
                <a:cs typeface="Arial"/>
              </a:rPr>
              <a:t>CreatorOS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B0DCF-B2F8-4059-90CF-75BF9F57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让每一次创作，</a:t>
            </a:r>
          </a:p>
          <a:p xmlns:a="http://schemas.openxmlformats.org/drawingml/2006/main">
            <a:pPr algn="l">
              <a:def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都留下可复用的判断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A77D8-DEE4-49CC-8982-409E1EE5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5F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F5F5F5"/>
                </a:solidFill>
                <a:latin typeface="PingFang SC"/>
                <a:ea typeface="PingFang SC"/>
                <a:cs typeface="PingFang SC"/>
              </a:rPr>
              <a:t>不是更多工具，而是一套越用越有依据的内容经营系统。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2BBD6-62C6-4147-A840-B45B1BA0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40957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997B6-580B-402A-9CBB-10C7CB7A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A0A0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0A0A"/>
                </a:solidFill>
                <a:latin typeface="Arial"/>
                <a:ea typeface="Arial"/>
                <a:cs typeface="Arial"/>
              </a:rPr>
              <a:t>creatoros.aitongban.cloud</a:t>
            </a:r>
          </a:p>
        </p:txBody>
      </p:sp>
    </p:spTree>
    <p:extLst>
      <p:ext uri="{BB962C8B-B14F-4D97-AF65-F5344CB8AC3E}">
        <p14:creationId xmlns:p14="http://schemas.microsoft.com/office/powerpoint/2010/main" val="1663179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2026-07-27T07:27:22.4180000Z</dcterms:created>
  <dcterms:modified xsi:type="dcterms:W3CDTF">2026-07-27T07:27:22.4180000Z</dcterms:modified>
</coreProperties>
</file>